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3" r:id="rId3"/>
  </p:sldMasterIdLst>
  <p:notesMasterIdLst>
    <p:notesMasterId r:id="rId4"/>
  </p:notesMasterIdLst>
  <p:sldIdLst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</p:sldIdLst>
  <p:sldSz cy="6858000" cx="12192000"/>
  <p:notesSz cx="6858000" cy="9144000"/>
  <p:embeddedFontLst>
    <p:embeddedFont>
      <p:font typeface="Century Gothic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66" Type="http://schemas.openxmlformats.org/officeDocument/2006/relationships/font" Target="fonts/CenturyGothic-regular.fntdata"/><Relationship Id="rId67" Type="http://schemas.openxmlformats.org/officeDocument/2006/relationships/font" Target="fonts/CenturyGothic-bold.fntdata"/><Relationship Id="rId68" Type="http://schemas.openxmlformats.org/officeDocument/2006/relationships/font" Target="fonts/CenturyGothic-italic.fntdata"/><Relationship Id="rId69" Type="http://schemas.openxmlformats.org/officeDocument/2006/relationships/font" Target="fonts/CenturyGothic-boldItalic.fntdata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23.png"/><Relationship Id="rId8" Type="http://schemas.openxmlformats.org/officeDocument/2006/relationships/image" Target="../media/image29.png"/><Relationship Id="rId9" Type="http://schemas.openxmlformats.org/officeDocument/2006/relationships/image" Target="../media/image28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principal">
  <p:cSld name="Page titre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1" cy="686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500" y="0"/>
            <a:ext cx="1226849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523867" y="1298567"/>
            <a:ext cx="94137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Century Gothic"/>
              <a:buNone/>
              <a:defRPr sz="5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5262509"/>
            <a:ext cx="3273425" cy="109114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23867" y="2833967"/>
            <a:ext cx="8870100" cy="748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523867" y="4126400"/>
            <a:ext cx="4662000" cy="33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63349" y="4740927"/>
            <a:ext cx="2181426" cy="88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99496" y="5998388"/>
            <a:ext cx="1500560" cy="302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1261" y="5827042"/>
            <a:ext cx="1028103" cy="736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8172" y="5951478"/>
            <a:ext cx="1500554" cy="487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46900" y="6024767"/>
            <a:ext cx="1500549" cy="341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 A">
  <p:cSld name="TITLE_ONLY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0386" y="523876"/>
            <a:ext cx="923925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>
            <p:ph type="title"/>
          </p:nvPr>
        </p:nvSpPr>
        <p:spPr>
          <a:xfrm>
            <a:off x="588867" y="2122433"/>
            <a:ext cx="7704300" cy="126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None/>
              <a:defRPr sz="4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subTitle"/>
          </p:nvPr>
        </p:nvSpPr>
        <p:spPr>
          <a:xfrm>
            <a:off x="588867" y="3386033"/>
            <a:ext cx="7311900" cy="9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3" y="6068"/>
            <a:ext cx="12185424" cy="685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 B">
  <p:cSld name="Page de section A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1" cy="686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3" y="6068"/>
            <a:ext cx="12185424" cy="685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20386" y="523876"/>
            <a:ext cx="92392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" name="Google Shape;34;p4"/>
          <p:cNvSpPr txBox="1"/>
          <p:nvPr>
            <p:ph type="title"/>
          </p:nvPr>
        </p:nvSpPr>
        <p:spPr>
          <a:xfrm>
            <a:off x="588867" y="2122433"/>
            <a:ext cx="7704300" cy="126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None/>
              <a:defRPr sz="4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588867" y="3386033"/>
            <a:ext cx="7311900" cy="9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 C">
  <p:cSld name="Page de section B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61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3" y="3701"/>
            <a:ext cx="12185424" cy="685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20386" y="523876"/>
            <a:ext cx="92392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588867" y="2122433"/>
            <a:ext cx="7704300" cy="126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None/>
              <a:defRPr sz="4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588867" y="3386033"/>
            <a:ext cx="7311900" cy="9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 D">
  <p:cSld name="Page de section C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5424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3" y="1851"/>
            <a:ext cx="12185424" cy="685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20386" y="523876"/>
            <a:ext cx="92392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" name="Google Shape;50;p6"/>
          <p:cNvSpPr txBox="1"/>
          <p:nvPr>
            <p:ph type="title"/>
          </p:nvPr>
        </p:nvSpPr>
        <p:spPr>
          <a:xfrm>
            <a:off x="588867" y="2122433"/>
            <a:ext cx="7704300" cy="126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None/>
              <a:defRPr sz="4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subTitle"/>
          </p:nvPr>
        </p:nvSpPr>
        <p:spPr>
          <a:xfrm>
            <a:off x="588867" y="3386033"/>
            <a:ext cx="7311900" cy="9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 E">
  <p:cSld name="Page de section D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61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0386" y="523876"/>
            <a:ext cx="92392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" name="Google Shape;57;p7"/>
          <p:cNvSpPr txBox="1"/>
          <p:nvPr>
            <p:ph type="title"/>
          </p:nvPr>
        </p:nvSpPr>
        <p:spPr>
          <a:xfrm>
            <a:off x="588867" y="2122433"/>
            <a:ext cx="7704300" cy="126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None/>
              <a:defRPr sz="4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" type="subTitle"/>
          </p:nvPr>
        </p:nvSpPr>
        <p:spPr>
          <a:xfrm>
            <a:off x="588867" y="3386033"/>
            <a:ext cx="7311900" cy="9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59" name="Google Shape;5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934"/>
            <a:ext cx="12198578" cy="68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 F" showMasterSp="0">
  <p:cSld name="Page de section 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0387" y="523876"/>
            <a:ext cx="923926" cy="92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5" name="Google Shape;65;p8"/>
          <p:cNvSpPr txBox="1"/>
          <p:nvPr>
            <p:ph type="title"/>
          </p:nvPr>
        </p:nvSpPr>
        <p:spPr>
          <a:xfrm>
            <a:off x="588867" y="2122433"/>
            <a:ext cx="7704300" cy="126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1" type="subTitle"/>
          </p:nvPr>
        </p:nvSpPr>
        <p:spPr>
          <a:xfrm>
            <a:off x="588867" y="3386033"/>
            <a:ext cx="7311900" cy="9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imple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pic>
        <p:nvPicPr>
          <p:cNvPr id="70" name="Google Shape;70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" name="Google Shape;72;p9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+ titre bleu + fond / bas de page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645"/>
            <a:ext cx="12191996" cy="686364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0"/>
          <p:cNvSpPr txBox="1"/>
          <p:nvPr>
            <p:ph type="title"/>
          </p:nvPr>
        </p:nvSpPr>
        <p:spPr>
          <a:xfrm>
            <a:off x="523875" y="574675"/>
            <a:ext cx="96996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460000" y="2165664"/>
            <a:ext cx="11142900" cy="3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pic>
        <p:nvPicPr>
          <p:cNvPr id="77" name="Google Shape;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0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0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+ titre vert + fond / bas de page">
  <p:cSld name="Titre et contenu Ver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645"/>
            <a:ext cx="12191996" cy="686364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>
            <p:ph type="title"/>
          </p:nvPr>
        </p:nvSpPr>
        <p:spPr>
          <a:xfrm>
            <a:off x="523875" y="574675"/>
            <a:ext cx="96996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524600" y="2165664"/>
            <a:ext cx="11142900" cy="3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pic>
        <p:nvPicPr>
          <p:cNvPr id="84" name="Google Shape;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1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+ titre bleu + fond bleu / bas de page">
  <p:cSld name="TITLE_ONLY_1_1_2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" name="Google Shape;89;p12"/>
          <p:cNvSpPr txBox="1"/>
          <p:nvPr>
            <p:ph type="title"/>
          </p:nvPr>
        </p:nvSpPr>
        <p:spPr>
          <a:xfrm>
            <a:off x="666733" y="565150"/>
            <a:ext cx="96996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91" name="Google Shape;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2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>
            <a:off x="717833" y="1961433"/>
            <a:ext cx="103152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A1">
  <p:cSld name="BLANK_1_3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4233"/>
            <a:ext cx="6106900" cy="686646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97" name="Google Shape;9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p13"/>
          <p:cNvSpPr txBox="1"/>
          <p:nvPr>
            <p:ph idx="1" type="body"/>
          </p:nvPr>
        </p:nvSpPr>
        <p:spPr>
          <a:xfrm>
            <a:off x="6554167" y="2477833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type="title"/>
          </p:nvPr>
        </p:nvSpPr>
        <p:spPr>
          <a:xfrm>
            <a:off x="6554171" y="565117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B1">
  <p:cSld name="BLANK_1_3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4233"/>
            <a:ext cx="6106900" cy="686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8" name="Google Shape;108;p14"/>
          <p:cNvSpPr txBox="1"/>
          <p:nvPr>
            <p:ph idx="1" type="body"/>
          </p:nvPr>
        </p:nvSpPr>
        <p:spPr>
          <a:xfrm>
            <a:off x="6554167" y="2477833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type="title"/>
          </p:nvPr>
        </p:nvSpPr>
        <p:spPr>
          <a:xfrm>
            <a:off x="6554171" y="565117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C1">
  <p:cSld name="BLANK_1_3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" y="-1850"/>
            <a:ext cx="6106900" cy="686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6554167" y="2477833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type="title"/>
          </p:nvPr>
        </p:nvSpPr>
        <p:spPr>
          <a:xfrm>
            <a:off x="6554171" y="565117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D1">
  <p:cSld name="BLANK_1_3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" y="0"/>
            <a:ext cx="6088066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p16"/>
          <p:cNvSpPr txBox="1"/>
          <p:nvPr>
            <p:ph idx="1" type="body"/>
          </p:nvPr>
        </p:nvSpPr>
        <p:spPr>
          <a:xfrm>
            <a:off x="6554167" y="2477833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6554171" y="565117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E1">
  <p:cSld name="BLANK_1_3_1_3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" y="-1850"/>
            <a:ext cx="6106900" cy="686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>
            <a:off x="6554167" y="2477833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type="title"/>
          </p:nvPr>
        </p:nvSpPr>
        <p:spPr>
          <a:xfrm>
            <a:off x="6554171" y="565117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F1">
  <p:cSld name="BLANK_1_3_1_3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0" y="-6400"/>
            <a:ext cx="6106800" cy="687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3" name="Google Shape;143;p18"/>
          <p:cNvSpPr txBox="1"/>
          <p:nvPr>
            <p:ph idx="1" type="body"/>
          </p:nvPr>
        </p:nvSpPr>
        <p:spPr>
          <a:xfrm>
            <a:off x="6554167" y="2477833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type="title"/>
          </p:nvPr>
        </p:nvSpPr>
        <p:spPr>
          <a:xfrm>
            <a:off x="6554171" y="565117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A1">
  <p:cSld name="BLANK_1_4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5099" y="-4233"/>
            <a:ext cx="6106900" cy="686646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8" name="Google Shape;14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0" name="Google Shape;150;p19"/>
          <p:cNvSpPr txBox="1"/>
          <p:nvPr>
            <p:ph idx="1" type="body"/>
          </p:nvPr>
        </p:nvSpPr>
        <p:spPr>
          <a:xfrm>
            <a:off x="523867" y="2603500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type="title"/>
          </p:nvPr>
        </p:nvSpPr>
        <p:spPr>
          <a:xfrm>
            <a:off x="523871" y="690783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B1">
  <p:cSld name="BLANK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5100" y="0"/>
            <a:ext cx="6106900" cy="686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5569" y="5990933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0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p20"/>
          <p:cNvSpPr txBox="1"/>
          <p:nvPr>
            <p:ph type="title"/>
          </p:nvPr>
        </p:nvSpPr>
        <p:spPr>
          <a:xfrm>
            <a:off x="523871" y="690783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0"/>
          <p:cNvSpPr txBox="1"/>
          <p:nvPr>
            <p:ph idx="1" type="body"/>
          </p:nvPr>
        </p:nvSpPr>
        <p:spPr>
          <a:xfrm>
            <a:off x="523867" y="2603500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C1">
  <p:cSld name="BLANK_1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5099" y="0"/>
            <a:ext cx="6106900" cy="686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5569" y="5990933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1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4" name="Google Shape;164;p21"/>
          <p:cNvSpPr txBox="1"/>
          <p:nvPr>
            <p:ph type="title"/>
          </p:nvPr>
        </p:nvSpPr>
        <p:spPr>
          <a:xfrm>
            <a:off x="523871" y="690783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1"/>
          <p:cNvSpPr txBox="1"/>
          <p:nvPr>
            <p:ph idx="1" type="body"/>
          </p:nvPr>
        </p:nvSpPr>
        <p:spPr>
          <a:xfrm>
            <a:off x="523867" y="2603500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D1">
  <p:cSld name="BLANK_1_1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7361" y="0"/>
            <a:ext cx="6088066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5569" y="5990933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1" name="Google Shape;171;p22"/>
          <p:cNvSpPr txBox="1"/>
          <p:nvPr>
            <p:ph type="title"/>
          </p:nvPr>
        </p:nvSpPr>
        <p:spPr>
          <a:xfrm>
            <a:off x="523871" y="690783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2"/>
          <p:cNvSpPr txBox="1"/>
          <p:nvPr>
            <p:ph idx="1" type="body"/>
          </p:nvPr>
        </p:nvSpPr>
        <p:spPr>
          <a:xfrm>
            <a:off x="523867" y="2603500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E1">
  <p:cSld name="CUSTOM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5099" y="0"/>
            <a:ext cx="6106900" cy="686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5569" y="5990933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3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p23"/>
          <p:cNvSpPr txBox="1"/>
          <p:nvPr>
            <p:ph type="title"/>
          </p:nvPr>
        </p:nvSpPr>
        <p:spPr>
          <a:xfrm>
            <a:off x="523871" y="690783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523867" y="2603500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F1">
  <p:cSld name="CUSTOM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/>
          <p:nvPr/>
        </p:nvSpPr>
        <p:spPr>
          <a:xfrm>
            <a:off x="6085200" y="-6400"/>
            <a:ext cx="6106800" cy="687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2" name="Google Shape;18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4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24"/>
          <p:cNvSpPr txBox="1"/>
          <p:nvPr>
            <p:ph type="title"/>
          </p:nvPr>
        </p:nvSpPr>
        <p:spPr>
          <a:xfrm>
            <a:off x="523871" y="690783"/>
            <a:ext cx="511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523867" y="2603500"/>
            <a:ext cx="5112300" cy="3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86" name="Google Shape;186;p24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A2">
  <p:cSld name="BLANK_1_3_1_4_3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89" name="Google Shape;1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1" name="Google Shape;19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3" name="Google Shape;19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-4233"/>
            <a:ext cx="4587869" cy="686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25"/>
          <p:cNvSpPr txBox="1"/>
          <p:nvPr>
            <p:ph idx="1" type="body"/>
          </p:nvPr>
        </p:nvSpPr>
        <p:spPr>
          <a:xfrm>
            <a:off x="5108567" y="2087217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97" name="Google Shape;197;p25"/>
          <p:cNvSpPr txBox="1"/>
          <p:nvPr>
            <p:ph type="title"/>
          </p:nvPr>
        </p:nvSpPr>
        <p:spPr>
          <a:xfrm>
            <a:off x="5108572" y="690783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B2">
  <p:cSld name="BLANK_1_3_1_4_1_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00" name="Google Shape;20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2" name="Google Shape;20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4233"/>
            <a:ext cx="4587869" cy="686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6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p26"/>
          <p:cNvSpPr txBox="1"/>
          <p:nvPr>
            <p:ph idx="1" type="body"/>
          </p:nvPr>
        </p:nvSpPr>
        <p:spPr>
          <a:xfrm>
            <a:off x="5108567" y="2087217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06" name="Google Shape;206;p26"/>
          <p:cNvSpPr txBox="1"/>
          <p:nvPr>
            <p:ph type="title"/>
          </p:nvPr>
        </p:nvSpPr>
        <p:spPr>
          <a:xfrm>
            <a:off x="5108572" y="690783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C2">
  <p:cSld name="BLANK_1_3_1_1_1_2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09" name="Google Shape;20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7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1" name="Google Shape;21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1833"/>
            <a:ext cx="4587867" cy="686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4" name="Google Shape;214;p27"/>
          <p:cNvSpPr txBox="1"/>
          <p:nvPr>
            <p:ph idx="1" type="body"/>
          </p:nvPr>
        </p:nvSpPr>
        <p:spPr>
          <a:xfrm>
            <a:off x="5108567" y="2087217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type="title"/>
          </p:nvPr>
        </p:nvSpPr>
        <p:spPr>
          <a:xfrm>
            <a:off x="5108572" y="690783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D2">
  <p:cSld name="BLANK_1_3_1_2_1_2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18" name="Google Shape;21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8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0" name="Google Shape;22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" y="0"/>
            <a:ext cx="4572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8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p28"/>
          <p:cNvSpPr txBox="1"/>
          <p:nvPr>
            <p:ph idx="1" type="body"/>
          </p:nvPr>
        </p:nvSpPr>
        <p:spPr>
          <a:xfrm>
            <a:off x="5108567" y="2087217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24" name="Google Shape;224;p28"/>
          <p:cNvSpPr txBox="1"/>
          <p:nvPr>
            <p:ph type="title"/>
          </p:nvPr>
        </p:nvSpPr>
        <p:spPr>
          <a:xfrm>
            <a:off x="5108572" y="690783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E2">
  <p:cSld name="BLANK_1_3_1_3_1_2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27" name="Google Shape;2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9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9" name="Google Shape;22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1833"/>
            <a:ext cx="4572001" cy="686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9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2" name="Google Shape;232;p29"/>
          <p:cNvSpPr txBox="1"/>
          <p:nvPr>
            <p:ph idx="1" type="body"/>
          </p:nvPr>
        </p:nvSpPr>
        <p:spPr>
          <a:xfrm>
            <a:off x="5108567" y="2087217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type="title"/>
          </p:nvPr>
        </p:nvSpPr>
        <p:spPr>
          <a:xfrm>
            <a:off x="5108572" y="690783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gauche F2">
  <p:cSld name="BLANK_1_3_1_3_1_2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/>
          <p:nvPr/>
        </p:nvSpPr>
        <p:spPr>
          <a:xfrm>
            <a:off x="0" y="-6400"/>
            <a:ext cx="4572000" cy="687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p30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37" name="Google Shape;23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0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9" name="Google Shape;239;p30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5108567" y="2087217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41" name="Google Shape;241;p30"/>
          <p:cNvSpPr txBox="1"/>
          <p:nvPr>
            <p:ph type="title"/>
          </p:nvPr>
        </p:nvSpPr>
        <p:spPr>
          <a:xfrm>
            <a:off x="5108572" y="690783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A2">
  <p:cSld name="BLANK_1_3_1_4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31"/>
          <p:cNvSpPr txBox="1"/>
          <p:nvPr>
            <p:ph idx="1" type="body"/>
          </p:nvPr>
        </p:nvSpPr>
        <p:spPr>
          <a:xfrm>
            <a:off x="587367" y="2087200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45" name="Google Shape;245;p31"/>
          <p:cNvSpPr txBox="1"/>
          <p:nvPr>
            <p:ph type="title"/>
          </p:nvPr>
        </p:nvSpPr>
        <p:spPr>
          <a:xfrm>
            <a:off x="587372" y="690767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46" name="Google Shape;24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1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9" name="Google Shape;24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4133" y="-4233"/>
            <a:ext cx="4587869" cy="686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5569" y="5990933"/>
            <a:ext cx="720000" cy="7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B2">
  <p:cSld name="BLANK_1_3_1_4_1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53" name="Google Shape;25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5" name="Google Shape;25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4133" y="-4233"/>
            <a:ext cx="4587869" cy="686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5569" y="5990933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587367" y="2087200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58" name="Google Shape;258;p32"/>
          <p:cNvSpPr txBox="1"/>
          <p:nvPr>
            <p:ph type="title"/>
          </p:nvPr>
        </p:nvSpPr>
        <p:spPr>
          <a:xfrm>
            <a:off x="587372" y="690767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C2">
  <p:cSld name="BLANK_1_3_1_1_1_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61" name="Google Shape;26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3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63" name="Google Shape;26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4133" y="-1850"/>
            <a:ext cx="4587867" cy="686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5569" y="5990933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3"/>
          <p:cNvSpPr txBox="1"/>
          <p:nvPr>
            <p:ph idx="1" type="body"/>
          </p:nvPr>
        </p:nvSpPr>
        <p:spPr>
          <a:xfrm>
            <a:off x="587367" y="2087200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66" name="Google Shape;266;p33"/>
          <p:cNvSpPr txBox="1"/>
          <p:nvPr>
            <p:ph type="title"/>
          </p:nvPr>
        </p:nvSpPr>
        <p:spPr>
          <a:xfrm>
            <a:off x="587372" y="690767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D2">
  <p:cSld name="BLANK_1_3_1_2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69" name="Google Shape;26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4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1" name="Google Shape;27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9999" y="0"/>
            <a:ext cx="4572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5569" y="5990933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4"/>
          <p:cNvSpPr txBox="1"/>
          <p:nvPr>
            <p:ph idx="1" type="body"/>
          </p:nvPr>
        </p:nvSpPr>
        <p:spPr>
          <a:xfrm>
            <a:off x="587367" y="2087200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74" name="Google Shape;274;p34"/>
          <p:cNvSpPr txBox="1"/>
          <p:nvPr>
            <p:ph type="title"/>
          </p:nvPr>
        </p:nvSpPr>
        <p:spPr>
          <a:xfrm>
            <a:off x="587372" y="690767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E2">
  <p:cSld name="BLANK_1_3_1_3_1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/>
          <p:nvPr/>
        </p:nvSpPr>
        <p:spPr>
          <a:xfrm>
            <a:off x="9636200" y="5744133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77" name="Google Shape;27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9" name="Google Shape;27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0" y="-1850"/>
            <a:ext cx="4572001" cy="686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5569" y="5990933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5"/>
          <p:cNvSpPr txBox="1"/>
          <p:nvPr>
            <p:ph idx="1" type="body"/>
          </p:nvPr>
        </p:nvSpPr>
        <p:spPr>
          <a:xfrm>
            <a:off x="587367" y="2087200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82" name="Google Shape;282;p35"/>
          <p:cNvSpPr txBox="1"/>
          <p:nvPr>
            <p:ph type="title"/>
          </p:nvPr>
        </p:nvSpPr>
        <p:spPr>
          <a:xfrm>
            <a:off x="587372" y="690767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oc droit F2">
  <p:cSld name="BLANK_1_3_1_3_1_1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/>
          <p:nvPr/>
        </p:nvSpPr>
        <p:spPr>
          <a:xfrm>
            <a:off x="7620000" y="-6400"/>
            <a:ext cx="4572000" cy="687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5" name="Google Shape;28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6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7" name="Google Shape;287;p36"/>
          <p:cNvSpPr txBox="1"/>
          <p:nvPr>
            <p:ph idx="1" type="body"/>
          </p:nvPr>
        </p:nvSpPr>
        <p:spPr>
          <a:xfrm>
            <a:off x="587367" y="1973683"/>
            <a:ext cx="64863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88" name="Google Shape;288;p36"/>
          <p:cNvSpPr txBox="1"/>
          <p:nvPr>
            <p:ph type="title"/>
          </p:nvPr>
        </p:nvSpPr>
        <p:spPr>
          <a:xfrm>
            <a:off x="587372" y="690767"/>
            <a:ext cx="6486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36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photo gauche 1">
  <p:cSld name="BLANK_2_1_1_1_1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7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3" name="Google Shape;293;p37"/>
          <p:cNvSpPr/>
          <p:nvPr>
            <p:ph idx="2" type="pic"/>
          </p:nvPr>
        </p:nvSpPr>
        <p:spPr>
          <a:xfrm>
            <a:off x="0" y="0"/>
            <a:ext cx="6057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37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5" name="Google Shape;295;p37"/>
          <p:cNvSpPr txBox="1"/>
          <p:nvPr>
            <p:ph type="title"/>
          </p:nvPr>
        </p:nvSpPr>
        <p:spPr>
          <a:xfrm>
            <a:off x="6398300" y="690775"/>
            <a:ext cx="535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6398300" y="2171150"/>
            <a:ext cx="5352300" cy="4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16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photo droite 1">
  <p:cSld name="BLANK_2_1_1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8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0" name="Google Shape;300;p38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1" name="Google Shape;301;p38"/>
          <p:cNvSpPr txBox="1"/>
          <p:nvPr>
            <p:ph type="title"/>
          </p:nvPr>
        </p:nvSpPr>
        <p:spPr>
          <a:xfrm>
            <a:off x="683300" y="690600"/>
            <a:ext cx="535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38"/>
          <p:cNvSpPr txBox="1"/>
          <p:nvPr>
            <p:ph idx="1" type="body"/>
          </p:nvPr>
        </p:nvSpPr>
        <p:spPr>
          <a:xfrm>
            <a:off x="683300" y="2170975"/>
            <a:ext cx="5352300" cy="4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303" name="Google Shape;303;p38"/>
          <p:cNvSpPr/>
          <p:nvPr>
            <p:ph idx="2" type="pic"/>
          </p:nvPr>
        </p:nvSpPr>
        <p:spPr>
          <a:xfrm>
            <a:off x="6035600" y="0"/>
            <a:ext cx="61563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photo gauche 2">
  <p:cSld name="BLANK_2_1_1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9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7" name="Google Shape;307;p39"/>
          <p:cNvSpPr/>
          <p:nvPr>
            <p:ph idx="2" type="pic"/>
          </p:nvPr>
        </p:nvSpPr>
        <p:spPr>
          <a:xfrm>
            <a:off x="0" y="0"/>
            <a:ext cx="51123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39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p39"/>
          <p:cNvSpPr txBox="1"/>
          <p:nvPr>
            <p:ph type="title"/>
          </p:nvPr>
        </p:nvSpPr>
        <p:spPr>
          <a:xfrm>
            <a:off x="5511805" y="690767"/>
            <a:ext cx="63117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9"/>
          <p:cNvSpPr txBox="1"/>
          <p:nvPr>
            <p:ph idx="1" type="body"/>
          </p:nvPr>
        </p:nvSpPr>
        <p:spPr>
          <a:xfrm>
            <a:off x="5511800" y="2087200"/>
            <a:ext cx="63117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photo droite 2">
  <p:cSld name="BLANK_2_1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0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4" name="Google Shape;314;p40"/>
          <p:cNvSpPr/>
          <p:nvPr>
            <p:ph idx="2" type="pic"/>
          </p:nvPr>
        </p:nvSpPr>
        <p:spPr>
          <a:xfrm>
            <a:off x="7079600" y="0"/>
            <a:ext cx="51123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40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6" name="Google Shape;316;p40"/>
          <p:cNvSpPr txBox="1"/>
          <p:nvPr>
            <p:ph idx="1" type="body"/>
          </p:nvPr>
        </p:nvSpPr>
        <p:spPr>
          <a:xfrm>
            <a:off x="393700" y="2036400"/>
            <a:ext cx="63117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317" name="Google Shape;317;p40"/>
          <p:cNvSpPr txBox="1"/>
          <p:nvPr>
            <p:ph type="title"/>
          </p:nvPr>
        </p:nvSpPr>
        <p:spPr>
          <a:xfrm>
            <a:off x="393705" y="639967"/>
            <a:ext cx="63117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photo gauche 3">
  <p:cSld name="BLANK_2_1_2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1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1" name="Google Shape;321;p41"/>
          <p:cNvSpPr/>
          <p:nvPr>
            <p:ph idx="2" type="pic"/>
          </p:nvPr>
        </p:nvSpPr>
        <p:spPr>
          <a:xfrm>
            <a:off x="0" y="0"/>
            <a:ext cx="40368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41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3" name="Google Shape;323;p41"/>
          <p:cNvSpPr txBox="1"/>
          <p:nvPr>
            <p:ph type="title"/>
          </p:nvPr>
        </p:nvSpPr>
        <p:spPr>
          <a:xfrm>
            <a:off x="4629733" y="738233"/>
            <a:ext cx="4933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1"/>
          <p:cNvSpPr txBox="1"/>
          <p:nvPr>
            <p:ph idx="1" type="body"/>
          </p:nvPr>
        </p:nvSpPr>
        <p:spPr>
          <a:xfrm>
            <a:off x="4629733" y="2541033"/>
            <a:ext cx="6787500" cy="3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photo droite 3">
  <p:cSld name="BLANK_2_2_1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/>
          <p:nvPr>
            <p:ph idx="2" type="pic"/>
          </p:nvPr>
        </p:nvSpPr>
        <p:spPr>
          <a:xfrm>
            <a:off x="8155200" y="0"/>
            <a:ext cx="40368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2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28" name="Google Shape;32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2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30" name="Google Shape;33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2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2" name="Google Shape;332;p42"/>
          <p:cNvSpPr txBox="1"/>
          <p:nvPr>
            <p:ph type="title"/>
          </p:nvPr>
        </p:nvSpPr>
        <p:spPr>
          <a:xfrm>
            <a:off x="667333" y="862267"/>
            <a:ext cx="4933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2"/>
          <p:cNvSpPr txBox="1"/>
          <p:nvPr>
            <p:ph idx="1" type="body"/>
          </p:nvPr>
        </p:nvSpPr>
        <p:spPr>
          <a:xfrm>
            <a:off x="667333" y="2665067"/>
            <a:ext cx="6787500" cy="3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photo gauche 4">
  <p:cSld name="BLANK_2_1_2_1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3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7" name="Google Shape;337;p43"/>
          <p:cNvSpPr/>
          <p:nvPr>
            <p:ph idx="2" type="pic"/>
          </p:nvPr>
        </p:nvSpPr>
        <p:spPr>
          <a:xfrm>
            <a:off x="0" y="0"/>
            <a:ext cx="28827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38" name="Google Shape;338;p43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9" name="Google Shape;339;p43"/>
          <p:cNvSpPr txBox="1"/>
          <p:nvPr>
            <p:ph type="title"/>
          </p:nvPr>
        </p:nvSpPr>
        <p:spPr>
          <a:xfrm>
            <a:off x="3639133" y="636633"/>
            <a:ext cx="55245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43"/>
          <p:cNvSpPr txBox="1"/>
          <p:nvPr>
            <p:ph idx="1" type="body"/>
          </p:nvPr>
        </p:nvSpPr>
        <p:spPr>
          <a:xfrm>
            <a:off x="3639133" y="2557334"/>
            <a:ext cx="7600500" cy="3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photo droite 4">
  <p:cSld name="BLANK_2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4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43" name="Google Shape;34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4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45" name="Google Shape;34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4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7" name="Google Shape;347;p44"/>
          <p:cNvSpPr/>
          <p:nvPr>
            <p:ph idx="2" type="pic"/>
          </p:nvPr>
        </p:nvSpPr>
        <p:spPr>
          <a:xfrm>
            <a:off x="9309200" y="0"/>
            <a:ext cx="28827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4"/>
          <p:cNvSpPr txBox="1"/>
          <p:nvPr>
            <p:ph type="title"/>
          </p:nvPr>
        </p:nvSpPr>
        <p:spPr>
          <a:xfrm>
            <a:off x="859633" y="649333"/>
            <a:ext cx="55245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44"/>
          <p:cNvSpPr txBox="1"/>
          <p:nvPr>
            <p:ph idx="1" type="body"/>
          </p:nvPr>
        </p:nvSpPr>
        <p:spPr>
          <a:xfrm>
            <a:off x="859633" y="2570034"/>
            <a:ext cx="7600500" cy="3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eu photo gauche 1">
  <p:cSld name="BLANK_2_1_3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52" name="Google Shape;352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4" name="Google Shape;354;p45"/>
          <p:cNvSpPr txBox="1"/>
          <p:nvPr>
            <p:ph type="title"/>
          </p:nvPr>
        </p:nvSpPr>
        <p:spPr>
          <a:xfrm>
            <a:off x="6585700" y="485675"/>
            <a:ext cx="51384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45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45"/>
          <p:cNvSpPr txBox="1"/>
          <p:nvPr>
            <p:ph idx="1" type="body"/>
          </p:nvPr>
        </p:nvSpPr>
        <p:spPr>
          <a:xfrm>
            <a:off x="6359350" y="2242225"/>
            <a:ext cx="54642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57" name="Google Shape;357;p45"/>
          <p:cNvSpPr/>
          <p:nvPr>
            <p:ph idx="2" type="pic"/>
          </p:nvPr>
        </p:nvSpPr>
        <p:spPr>
          <a:xfrm>
            <a:off x="0" y="0"/>
            <a:ext cx="60579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eu photo droite 1">
  <p:cSld name="BLANK_2_1_3_1_1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0" name="Google Shape;360;p46"/>
          <p:cNvSpPr txBox="1"/>
          <p:nvPr>
            <p:ph type="title"/>
          </p:nvPr>
        </p:nvSpPr>
        <p:spPr>
          <a:xfrm>
            <a:off x="458000" y="409475"/>
            <a:ext cx="50748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46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46"/>
          <p:cNvSpPr txBox="1"/>
          <p:nvPr>
            <p:ph idx="1" type="body"/>
          </p:nvPr>
        </p:nvSpPr>
        <p:spPr>
          <a:xfrm>
            <a:off x="512075" y="2242225"/>
            <a:ext cx="50208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63" name="Google Shape;363;p46"/>
          <p:cNvSpPr/>
          <p:nvPr>
            <p:ph idx="2" type="pic"/>
          </p:nvPr>
        </p:nvSpPr>
        <p:spPr>
          <a:xfrm>
            <a:off x="6035600" y="0"/>
            <a:ext cx="61563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364" name="Google Shape;36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6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eu photo gauche 2">
  <p:cSld name="BLANK_2_1_3_1_2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68" name="Google Shape;368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7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0" name="Google Shape;370;p47"/>
          <p:cNvSpPr txBox="1"/>
          <p:nvPr>
            <p:ph type="title"/>
          </p:nvPr>
        </p:nvSpPr>
        <p:spPr>
          <a:xfrm>
            <a:off x="5512599" y="485675"/>
            <a:ext cx="61539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47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2" name="Google Shape;372;p47"/>
          <p:cNvSpPr txBox="1"/>
          <p:nvPr>
            <p:ph idx="1" type="body"/>
          </p:nvPr>
        </p:nvSpPr>
        <p:spPr>
          <a:xfrm>
            <a:off x="5512600" y="2053936"/>
            <a:ext cx="63111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73" name="Google Shape;373;p47"/>
          <p:cNvSpPr/>
          <p:nvPr>
            <p:ph idx="2" type="pic"/>
          </p:nvPr>
        </p:nvSpPr>
        <p:spPr>
          <a:xfrm>
            <a:off x="0" y="0"/>
            <a:ext cx="51123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eu photo droite 2">
  <p:cSld name="BLANK_2_1_3_1_1_1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6" name="Google Shape;376;p48"/>
          <p:cNvSpPr txBox="1"/>
          <p:nvPr>
            <p:ph type="title"/>
          </p:nvPr>
        </p:nvSpPr>
        <p:spPr>
          <a:xfrm>
            <a:off x="457999" y="409475"/>
            <a:ext cx="59994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48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8" name="Google Shape;378;p48"/>
          <p:cNvSpPr txBox="1"/>
          <p:nvPr>
            <p:ph idx="1" type="body"/>
          </p:nvPr>
        </p:nvSpPr>
        <p:spPr>
          <a:xfrm>
            <a:off x="458000" y="1935700"/>
            <a:ext cx="6311100" cy="3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79" name="Google Shape;379;p48"/>
          <p:cNvSpPr/>
          <p:nvPr>
            <p:ph idx="2" type="pic"/>
          </p:nvPr>
        </p:nvSpPr>
        <p:spPr>
          <a:xfrm>
            <a:off x="7079600" y="0"/>
            <a:ext cx="51123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380" name="Google Shape;38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8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eu photo gauche 3">
  <p:cSld name="BLANK_2_1_3_2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84" name="Google Shape;384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9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6" name="Google Shape;386;p49"/>
          <p:cNvSpPr/>
          <p:nvPr>
            <p:ph idx="2" type="pic"/>
          </p:nvPr>
        </p:nvSpPr>
        <p:spPr>
          <a:xfrm>
            <a:off x="0" y="0"/>
            <a:ext cx="40368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49"/>
          <p:cNvSpPr txBox="1"/>
          <p:nvPr>
            <p:ph type="title"/>
          </p:nvPr>
        </p:nvSpPr>
        <p:spPr>
          <a:xfrm>
            <a:off x="4578620" y="663450"/>
            <a:ext cx="6991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49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9" name="Google Shape;389;p49"/>
          <p:cNvSpPr txBox="1"/>
          <p:nvPr>
            <p:ph idx="1" type="body"/>
          </p:nvPr>
        </p:nvSpPr>
        <p:spPr>
          <a:xfrm>
            <a:off x="4578633" y="2164975"/>
            <a:ext cx="67557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eu photo droite 3">
  <p:cSld name="BLANK_2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2" name="Google Shape;392;p50"/>
          <p:cNvSpPr/>
          <p:nvPr>
            <p:ph idx="2" type="pic"/>
          </p:nvPr>
        </p:nvSpPr>
        <p:spPr>
          <a:xfrm>
            <a:off x="8155200" y="0"/>
            <a:ext cx="40368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0"/>
          <p:cNvSpPr txBox="1"/>
          <p:nvPr>
            <p:ph type="title"/>
          </p:nvPr>
        </p:nvSpPr>
        <p:spPr>
          <a:xfrm>
            <a:off x="686699" y="690775"/>
            <a:ext cx="67557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50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95" name="Google Shape;39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0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7" name="Google Shape;397;p50"/>
          <p:cNvSpPr txBox="1"/>
          <p:nvPr>
            <p:ph idx="1" type="body"/>
          </p:nvPr>
        </p:nvSpPr>
        <p:spPr>
          <a:xfrm>
            <a:off x="686700" y="2131425"/>
            <a:ext cx="67557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eu photo gauche 4">
  <p:cSld name="BLANK_2_1_4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00" name="Google Shape;400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1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2" name="Google Shape;402;p51"/>
          <p:cNvSpPr/>
          <p:nvPr>
            <p:ph idx="2" type="pic"/>
          </p:nvPr>
        </p:nvSpPr>
        <p:spPr>
          <a:xfrm>
            <a:off x="0" y="0"/>
            <a:ext cx="2870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51"/>
          <p:cNvSpPr txBox="1"/>
          <p:nvPr>
            <p:ph type="title"/>
          </p:nvPr>
        </p:nvSpPr>
        <p:spPr>
          <a:xfrm>
            <a:off x="3455818" y="549275"/>
            <a:ext cx="77781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51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5" name="Google Shape;405;p51"/>
          <p:cNvSpPr txBox="1"/>
          <p:nvPr>
            <p:ph idx="1" type="body"/>
          </p:nvPr>
        </p:nvSpPr>
        <p:spPr>
          <a:xfrm>
            <a:off x="3472924" y="1961425"/>
            <a:ext cx="77439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bleu photo droite 4">
  <p:cSld name="BLANK_2_1_4_1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8" name="Google Shape;408;p52"/>
          <p:cNvSpPr/>
          <p:nvPr>
            <p:ph idx="2" type="pic"/>
          </p:nvPr>
        </p:nvSpPr>
        <p:spPr>
          <a:xfrm>
            <a:off x="9321600" y="0"/>
            <a:ext cx="2870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52"/>
          <p:cNvSpPr txBox="1"/>
          <p:nvPr>
            <p:ph type="title"/>
          </p:nvPr>
        </p:nvSpPr>
        <p:spPr>
          <a:xfrm>
            <a:off x="692454" y="472975"/>
            <a:ext cx="78381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52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1" name="Google Shape;411;p52"/>
          <p:cNvSpPr txBox="1"/>
          <p:nvPr>
            <p:ph idx="1" type="body"/>
          </p:nvPr>
        </p:nvSpPr>
        <p:spPr>
          <a:xfrm>
            <a:off x="728750" y="2042425"/>
            <a:ext cx="77655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  <p:pic>
        <p:nvPicPr>
          <p:cNvPr id="412" name="Google Shape;41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2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lèche gauche A + bas de page">
  <p:cSld name="BLANK_3_1_1_1_1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3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6" name="Google Shape;416;p53"/>
          <p:cNvSpPr/>
          <p:nvPr/>
        </p:nvSpPr>
        <p:spPr>
          <a:xfrm>
            <a:off x="-20810" y="-39800"/>
            <a:ext cx="5304000" cy="6937500"/>
          </a:xfrm>
          <a:prstGeom prst="homePlat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17" name="Google Shape;41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3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9" name="Google Shape;419;p53"/>
          <p:cNvSpPr txBox="1"/>
          <p:nvPr>
            <p:ph idx="1" type="body"/>
          </p:nvPr>
        </p:nvSpPr>
        <p:spPr>
          <a:xfrm>
            <a:off x="4878967" y="886333"/>
            <a:ext cx="6787500" cy="52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420" name="Google Shape;420;p53"/>
          <p:cNvSpPr txBox="1"/>
          <p:nvPr>
            <p:ph type="title"/>
          </p:nvPr>
        </p:nvSpPr>
        <p:spPr>
          <a:xfrm>
            <a:off x="349600" y="2528333"/>
            <a:ext cx="4933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lèche gauche B + bas de page">
  <p:cSld name="BLANK_3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4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3" name="Google Shape;423;p54"/>
          <p:cNvSpPr/>
          <p:nvPr/>
        </p:nvSpPr>
        <p:spPr>
          <a:xfrm>
            <a:off x="-15301" y="-39800"/>
            <a:ext cx="5304000" cy="6937500"/>
          </a:xfrm>
          <a:prstGeom prst="homePlat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24" name="Google Shape;42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4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6" name="Google Shape;426;p54"/>
          <p:cNvSpPr txBox="1"/>
          <p:nvPr>
            <p:ph idx="1" type="body"/>
          </p:nvPr>
        </p:nvSpPr>
        <p:spPr>
          <a:xfrm>
            <a:off x="4878967" y="886333"/>
            <a:ext cx="6787500" cy="52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427" name="Google Shape;427;p54"/>
          <p:cNvSpPr txBox="1"/>
          <p:nvPr>
            <p:ph type="title"/>
          </p:nvPr>
        </p:nvSpPr>
        <p:spPr>
          <a:xfrm>
            <a:off x="349600" y="2528333"/>
            <a:ext cx="4933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lèche gauche C + bas de page">
  <p:cSld name="BLANK_3_1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5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0" name="Google Shape;430;p55"/>
          <p:cNvSpPr/>
          <p:nvPr/>
        </p:nvSpPr>
        <p:spPr>
          <a:xfrm>
            <a:off x="-15301" y="-39800"/>
            <a:ext cx="5304000" cy="6937500"/>
          </a:xfrm>
          <a:prstGeom prst="homePlate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1" name="Google Shape;431;p55"/>
          <p:cNvSpPr txBox="1"/>
          <p:nvPr>
            <p:ph idx="1" type="body"/>
          </p:nvPr>
        </p:nvSpPr>
        <p:spPr>
          <a:xfrm>
            <a:off x="4878967" y="886333"/>
            <a:ext cx="6787500" cy="52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432" name="Google Shape;432;p55"/>
          <p:cNvSpPr txBox="1"/>
          <p:nvPr>
            <p:ph type="title"/>
          </p:nvPr>
        </p:nvSpPr>
        <p:spPr>
          <a:xfrm>
            <a:off x="349600" y="2528333"/>
            <a:ext cx="4933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3" name="Google Shape;43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lèche gauche D + bas de page">
  <p:cSld name="BLANK_3_1_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6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7" name="Google Shape;437;p56"/>
          <p:cNvSpPr/>
          <p:nvPr/>
        </p:nvSpPr>
        <p:spPr>
          <a:xfrm>
            <a:off x="-15301" y="-39800"/>
            <a:ext cx="5304000" cy="6937500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38" name="Google Shape;43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56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0" name="Google Shape;440;p56"/>
          <p:cNvSpPr txBox="1"/>
          <p:nvPr>
            <p:ph idx="1" type="body"/>
          </p:nvPr>
        </p:nvSpPr>
        <p:spPr>
          <a:xfrm>
            <a:off x="4878967" y="886333"/>
            <a:ext cx="6787500" cy="52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441" name="Google Shape;441;p56"/>
          <p:cNvSpPr txBox="1"/>
          <p:nvPr>
            <p:ph type="title"/>
          </p:nvPr>
        </p:nvSpPr>
        <p:spPr>
          <a:xfrm>
            <a:off x="349600" y="2528333"/>
            <a:ext cx="4933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L Flèche gauche E + bas de page">
  <p:cSld name="BLANK_3_1_1_1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7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4" name="Google Shape;444;p57"/>
          <p:cNvSpPr/>
          <p:nvPr/>
        </p:nvSpPr>
        <p:spPr>
          <a:xfrm>
            <a:off x="-20810" y="-39800"/>
            <a:ext cx="5304000" cy="69375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5" name="Google Shape;445;p57"/>
          <p:cNvSpPr txBox="1"/>
          <p:nvPr>
            <p:ph type="title"/>
          </p:nvPr>
        </p:nvSpPr>
        <p:spPr>
          <a:xfrm>
            <a:off x="349600" y="2528333"/>
            <a:ext cx="49335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57"/>
          <p:cNvSpPr txBox="1"/>
          <p:nvPr>
            <p:ph idx="1" type="body"/>
          </p:nvPr>
        </p:nvSpPr>
        <p:spPr>
          <a:xfrm>
            <a:off x="4878967" y="2528333"/>
            <a:ext cx="6787500" cy="3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pic>
        <p:nvPicPr>
          <p:cNvPr id="447" name="Google Shape;44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7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 bleu + formes + bas de page 1">
  <p:cSld name="TITLE_ONLY_1_1_2_1_1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51" name="Google Shape;451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58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3" name="Google Shape;453;p58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4" name="Google Shape;454;p58"/>
          <p:cNvSpPr/>
          <p:nvPr/>
        </p:nvSpPr>
        <p:spPr>
          <a:xfrm>
            <a:off x="744067" y="2488700"/>
            <a:ext cx="2540100" cy="2540100"/>
          </a:xfrm>
          <a:prstGeom prst="diamond">
            <a:avLst/>
          </a:prstGeom>
          <a:solidFill>
            <a:srgbClr val="D8D8D8">
              <a:alpha val="165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5" name="Google Shape;455;p58"/>
          <p:cNvSpPr/>
          <p:nvPr/>
        </p:nvSpPr>
        <p:spPr>
          <a:xfrm>
            <a:off x="2442558" y="1534092"/>
            <a:ext cx="4325100" cy="4449300"/>
          </a:xfrm>
          <a:prstGeom prst="diamond">
            <a:avLst/>
          </a:prstGeom>
          <a:solidFill>
            <a:srgbClr val="D8D8D8">
              <a:alpha val="165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6" name="Google Shape;456;p58"/>
          <p:cNvSpPr txBox="1"/>
          <p:nvPr>
            <p:ph type="title"/>
          </p:nvPr>
        </p:nvSpPr>
        <p:spPr>
          <a:xfrm>
            <a:off x="666733" y="565150"/>
            <a:ext cx="96996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58"/>
          <p:cNvSpPr txBox="1"/>
          <p:nvPr>
            <p:ph idx="1" type="body"/>
          </p:nvPr>
        </p:nvSpPr>
        <p:spPr>
          <a:xfrm>
            <a:off x="717833" y="1961433"/>
            <a:ext cx="103152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>
                <a:solidFill>
                  <a:schemeClr val="lt1"/>
                </a:solidFill>
              </a:defRPr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Char char="▪"/>
              <a:defRPr>
                <a:solidFill>
                  <a:schemeClr val="lt1"/>
                </a:solidFill>
              </a:defRPr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•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 + formes + bas de page 1">
  <p:cSld name="BLANK_4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59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1" name="Google Shape;461;p59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2" name="Google Shape;462;p59"/>
          <p:cNvSpPr/>
          <p:nvPr/>
        </p:nvSpPr>
        <p:spPr>
          <a:xfrm>
            <a:off x="744067" y="2488700"/>
            <a:ext cx="2540100" cy="2540100"/>
          </a:xfrm>
          <a:prstGeom prst="diamond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3" name="Google Shape;463;p59"/>
          <p:cNvSpPr/>
          <p:nvPr/>
        </p:nvSpPr>
        <p:spPr>
          <a:xfrm>
            <a:off x="2386533" y="1534092"/>
            <a:ext cx="4325100" cy="4449300"/>
          </a:xfrm>
          <a:prstGeom prst="diamond">
            <a:avLst/>
          </a:prstGeom>
          <a:solidFill>
            <a:srgbClr val="D8D8D8">
              <a:alpha val="16570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4" name="Google Shape;464;p59"/>
          <p:cNvSpPr txBox="1"/>
          <p:nvPr>
            <p:ph type="title"/>
          </p:nvPr>
        </p:nvSpPr>
        <p:spPr>
          <a:xfrm>
            <a:off x="523875" y="574675"/>
            <a:ext cx="96996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59"/>
          <p:cNvSpPr txBox="1"/>
          <p:nvPr>
            <p:ph idx="1" type="body"/>
          </p:nvPr>
        </p:nvSpPr>
        <p:spPr>
          <a:xfrm>
            <a:off x="460000" y="2165664"/>
            <a:ext cx="11142900" cy="3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accent4"/>
              </a:buClr>
              <a:buSzPts val="1900"/>
              <a:buNone/>
              <a:defRPr/>
            </a:lvl1pPr>
            <a:lvl2pPr indent="-34925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900"/>
              <a:buChar char="▪"/>
              <a:defRPr/>
            </a:lvl2pPr>
            <a:lvl3pPr indent="-349250" lvl="2" marL="1371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3pPr>
            <a:lvl4pPr indent="-349250" lvl="3" marL="1828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4pPr>
            <a:lvl5pPr indent="-349250" lvl="4" marL="2286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900"/>
              <a:buChar char="▪"/>
              <a:defRPr/>
            </a:lvl5pPr>
            <a:lvl6pPr indent="-349250" lvl="5" marL="2743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 bleu + bas de page">
  <p:cSld name="TITLE_ONLY_1_1_2_1_1_2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8" name="Google Shape;468;p60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69" name="Google Shape;46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4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60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 blanc + bas de page">
  <p:cSld name="BLANK_4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61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4" name="Google Shape;474;p61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 bleu">
  <p:cSld name="TITLE_ONLY_1_1_2_1_1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 blanc">
  <p:cSld name="BLANK_5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de fin 1">
  <p:cSld name="Page de fin_1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1" cy="686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0651" y="2476501"/>
            <a:ext cx="43434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7658" y="4310063"/>
            <a:ext cx="103108" cy="22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01310" y="4332158"/>
            <a:ext cx="215221" cy="177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3345" y="4327657"/>
            <a:ext cx="194763" cy="186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58482" y="4344433"/>
            <a:ext cx="218494" cy="153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3874" y="5417820"/>
            <a:ext cx="2681325" cy="891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6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86774" y="6055804"/>
            <a:ext cx="3192469" cy="325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 Bleu" type="titleOnly">
  <p:cSld name="TITLE_ONLY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645"/>
            <a:ext cx="12192001" cy="686364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65"/>
          <p:cNvSpPr txBox="1"/>
          <p:nvPr>
            <p:ph type="title"/>
          </p:nvPr>
        </p:nvSpPr>
        <p:spPr>
          <a:xfrm>
            <a:off x="523875" y="574675"/>
            <a:ext cx="96996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90" name="Google Shape;49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65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2" name="Google Shape;492;p65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 Vert">
  <p:cSld name="Titre seul Vert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645"/>
            <a:ext cx="12192001" cy="686364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66"/>
          <p:cNvSpPr txBox="1"/>
          <p:nvPr>
            <p:ph type="title"/>
          </p:nvPr>
        </p:nvSpPr>
        <p:spPr>
          <a:xfrm>
            <a:off x="523875" y="574675"/>
            <a:ext cx="96996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96" name="Google Shape;49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83" y="6244985"/>
            <a:ext cx="347549" cy="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66"/>
          <p:cNvSpPr txBox="1"/>
          <p:nvPr/>
        </p:nvSpPr>
        <p:spPr>
          <a:xfrm>
            <a:off x="972181" y="6041427"/>
            <a:ext cx="6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6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8" name="Google Shape;498;p66"/>
          <p:cNvSpPr/>
          <p:nvPr/>
        </p:nvSpPr>
        <p:spPr>
          <a:xfrm>
            <a:off x="11033200" y="5783867"/>
            <a:ext cx="1077701" cy="1077701"/>
          </a:xfrm>
          <a:custGeom>
            <a:rect b="b" l="l" r="r" t="t"/>
            <a:pathLst>
              <a:path extrusionOk="0" h="1512563" w="1512563">
                <a:moveTo>
                  <a:pt x="0" y="0"/>
                </a:moveTo>
                <a:lnTo>
                  <a:pt x="1512563" y="0"/>
                </a:lnTo>
                <a:lnTo>
                  <a:pt x="1512563" y="1512563"/>
                </a:lnTo>
                <a:lnTo>
                  <a:pt x="0" y="1512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23875" y="574675"/>
            <a:ext cx="9699625" cy="1091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23875" y="2617231"/>
            <a:ext cx="11142663" cy="3118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6">
          <p15:clr>
            <a:srgbClr val="4D0DB8"/>
          </p15:clr>
        </p15:guide>
        <p15:guide id="2" orient="horz" pos="4041">
          <p15:clr>
            <a:srgbClr val="4D0DB9"/>
          </p15:clr>
        </p15:guide>
        <p15:guide id="3" pos="330">
          <p15:clr>
            <a:srgbClr val="4D0DBA"/>
          </p15:clr>
        </p15:guide>
        <p15:guide id="4" pos="7349">
          <p15:clr>
            <a:srgbClr val="4D0DBB"/>
          </p15:clr>
        </p15:guide>
      </p15:sldGuideLst>
    </p:ext>
  </p:extLst>
</p:sldMaster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Century Gothic"/>
              </a:rPr>
              <a:t>Accessing Drone Data — STAC + COG / COPC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latin typeface="Century Gothic"/>
              </a:rPr>
              <a:t>What is it — why should we care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rPr sz="1400" b="0">
                <a:latin typeface="Century Gothic"/>
              </a:rPr>
              <a:t>Vincent Le Falher · ForestGEO/STRI Gamboa · April 2026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latin typeface="Century Gothic"/>
              </a:rPr>
              <a:t>The problem in one number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24600" y="2165664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1">
                <a:solidFill>
                  <a:srgbClr val="222E69"/>
                </a:solidFill>
                <a:latin typeface="Century Gothic"/>
              </a:rPr>
              <a:t>BCI whole-island RGB drone mosaic = 50 GB per date — 17+ dates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600" y="2549712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Old workflow: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4600" y="2933760"/>
            <a:ext cx="111429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Century Gothic"/>
              </a:rPr>
              <a:t>•  Download the whole file *(hours)*</a:t>
            </a:r>
          </a:p>
          <a:p>
            <a:r>
              <a:rPr sz="1500">
                <a:solidFill>
                  <a:srgbClr val="000000"/>
                </a:solidFill>
                <a:latin typeface="Century Gothic"/>
              </a:rPr>
              <a:t>•  Open it locally *(runs out of RAM)*</a:t>
            </a:r>
          </a:p>
          <a:p>
            <a:r>
              <a:rPr sz="1500">
                <a:solidFill>
                  <a:srgbClr val="000000"/>
                </a:solidFill>
                <a:latin typeface="Century Gothic"/>
              </a:rPr>
              <a:t>•  Look at 0.01 % of it</a:t>
            </a:r>
          </a:p>
          <a:p>
            <a:r>
              <a:rPr sz="1500">
                <a:solidFill>
                  <a:srgbClr val="000000"/>
                </a:solidFill>
                <a:latin typeface="Century Gothic"/>
              </a:rPr>
              <a:t>•  Repeat for every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600" y="4469952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This does not scale — the BCI archive alone is over 750 GB.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4600" y="4854000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The full COG/COPC collection across all sites is &gt; 13 TB and counting.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latin typeface="Century Gothic"/>
              </a:rPr>
              <a:t>Where do these formats come from?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60000" y="2165664"/>
          <a:ext cx="1114290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725"/>
                <a:gridCol w="2785725"/>
                <a:gridCol w="2785725"/>
                <a:gridCol w="2785725"/>
              </a:tblGrid>
              <a:tr h="3383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Format</a:t>
                      </a:r>
                    </a:p>
                  </a:txBody>
                  <a:tcPr>
                    <a:solidFill>
                      <a:srgbClr val="222E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Born</a:t>
                      </a:r>
                    </a:p>
                  </a:txBody>
                  <a:tcPr>
                    <a:solidFill>
                      <a:srgbClr val="222E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Who</a:t>
                      </a:r>
                    </a:p>
                  </a:txBody>
                  <a:tcPr>
                    <a:solidFill>
                      <a:srgbClr val="222E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Status</a:t>
                      </a:r>
                    </a:p>
                  </a:txBody>
                  <a:tcPr>
                    <a:solidFill>
                      <a:srgbClr val="222E6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COG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2016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Open-source geo community (Planet Labs, GDAL team, AWS)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OGC Community Standard since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COPC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2021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Hobu Inc. + PDAL contributors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Open spec, built on LAZ/LASzip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STAC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2017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Radiant Earth + cloud providers (AWS, Microsoft, Google)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OGC Community Standard since 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60000" y="3628704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Why trust them?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000" y="4012752"/>
            <a:ext cx="111429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Century Gothic"/>
              </a:rPr>
              <a:t>•  GDAL supports all three → works in every GIS tool you already use</a:t>
            </a:r>
          </a:p>
          <a:p>
            <a:r>
              <a:rPr sz="1500">
                <a:solidFill>
                  <a:srgbClr val="000000"/>
                </a:solidFill>
                <a:latin typeface="Century Gothic"/>
              </a:rPr>
              <a:t>•  Adopted by NASA Earthdata, ESA Copernicus, Microsoft Planetary Computer, Google Earth Engine</a:t>
            </a:r>
          </a:p>
          <a:p>
            <a:r>
              <a:rPr sz="1500">
                <a:solidFill>
                  <a:srgbClr val="000000"/>
                </a:solidFill>
                <a:latin typeface="Century Gothic"/>
              </a:rPr>
              <a:t>•  Open specifications — no vendor lock-in, no licence fees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latin typeface="Century Gothic"/>
              </a:rPr>
              <a:t>What if the file stayed on the server?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24600" y="2165664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Like streaming a movie: you don't download the whole film before watching the first frame.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600" y="2549712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4600" y="2933760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Your laptop  ──►  "give me tiles for this bounding box"  ──► 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600" y="3317808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◄──  ~800 KB                                ◄──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4600" y="3701856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4600" y="4085904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1">
                <a:solidFill>
                  <a:srgbClr val="222E69"/>
                </a:solidFill>
                <a:latin typeface="Century Gothic"/>
              </a:rPr>
              <a:t>You read ~800 KB from a 50 GB file.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600" y="4469952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That is exactly what COG and COPC enable.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latin typeface="Century Gothic"/>
              </a:rPr>
              <a:t>COG — Cloud Optimized GeoTIFF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60000" y="2165664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A regular GeoTIFF reorganised so that: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0000" y="2549712"/>
          <a:ext cx="1114290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450"/>
                <a:gridCol w="5571450"/>
              </a:tblGrid>
              <a:tr h="3383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Feature</a:t>
                      </a:r>
                    </a:p>
                  </a:txBody>
                  <a:tcPr>
                    <a:solidFill>
                      <a:srgbClr val="222E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What it means</a:t>
                      </a:r>
                    </a:p>
                  </a:txBody>
                  <a:tcPr>
                    <a:solidFill>
                      <a:srgbClr val="222E6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Internal tiling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Data split into small spatial blocks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Overviews baked 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Zoom-out views pre-computed at multiple resolutions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HTTP Range requests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Client asks only for the bytes it needs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0000" y="4012752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Result: open a 50 GB file, read a 512 × 512 chip → ~800 KB transferred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00" y="4396800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Works in QGIS, R (terra), Python (rasterio), ArcGIS — any GDAL-based tool.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latin typeface="Century Gothic"/>
              </a:rPr>
              <a:t>COPC — Cloud Optimized Point Cloud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24600" y="2165664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Same idea, but for LiDAR / photogrammetry point clouds.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24600" y="2549712"/>
          <a:ext cx="1114290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4300"/>
                <a:gridCol w="3714300"/>
                <a:gridCol w="3714300"/>
              </a:tblGrid>
              <a:tr h="3383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>
                    <a:solidFill>
                      <a:srgbClr val="222E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Regular LAZ</a:t>
                      </a:r>
                    </a:p>
                  </a:txBody>
                  <a:tcPr>
                    <a:solidFill>
                      <a:srgbClr val="222E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COPC</a:t>
                      </a:r>
                    </a:p>
                  </a:txBody>
                  <a:tcPr>
                    <a:solidFill>
                      <a:srgbClr val="222E6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Access 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Download everything, then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Spatial index baked in — stream only needed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Per-tree extraction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Download full flight first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Stream bounding box directly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Pan &amp; zoom over HTTP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Not possible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24600" y="4012752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Works in PDAL, Python, QGIS — same GDAL-based ecosystem.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latin typeface="Century Gothic"/>
              </a:rPr>
              <a:t>STAC — SpatioTemporal Asset Catalog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60000" y="2165664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COG/COPC without a catalogue = a hard drive full of files you can't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00" y="2549712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STAC adds structured, queryable metadata for every file: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000" y="2933760"/>
            <a:ext cx="1114290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Century Gothic"/>
              </a:rPr>
              <a:t>•  Date and time of acquisition</a:t>
            </a:r>
          </a:p>
          <a:p>
            <a:r>
              <a:rPr sz="1500">
                <a:solidFill>
                  <a:srgbClr val="000000"/>
                </a:solidFill>
                <a:latin typeface="Century Gothic"/>
              </a:rPr>
              <a:t>•  Bounding box / footprint</a:t>
            </a:r>
          </a:p>
          <a:p>
            <a:r>
              <a:rPr sz="1500">
                <a:solidFill>
                  <a:srgbClr val="000000"/>
                </a:solidFill>
                <a:latin typeface="Century Gothic"/>
              </a:rPr>
              <a:t>•  Collection name, sensor, resolution</a:t>
            </a:r>
          </a:p>
          <a:p>
            <a:r>
              <a:rPr sz="1500">
                <a:solidFill>
                  <a:srgbClr val="000000"/>
                </a:solidFill>
                <a:latin typeface="Century Gothic"/>
              </a:rPr>
              <a:t>•  Direct link to the COG or COPC asset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00" y="4469952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Query by date, place, collection — results in under a second.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000" y="4854000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No login, no download, no local storage needed.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latin typeface="Century Gothic"/>
              </a:rPr>
              <a:t>Our setup at BCI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4600" y="2165664"/>
          <a:ext cx="111429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450"/>
                <a:gridCol w="5571450"/>
              </a:tblGrid>
              <a:tr h="3383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Layer</a:t>
                      </a:r>
                    </a:p>
                  </a:txBody>
                  <a:tcPr>
                    <a:solidFill>
                      <a:srgbClr val="222E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What</a:t>
                      </a:r>
                    </a:p>
                  </a:txBody>
                  <a:tcPr>
                    <a:solidFill>
                      <a:srgbClr val="222E6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STAC catalogue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All BCI collections indexed and queryable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COG files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Hosted on Etienne's NAS — HTTP range requests enabled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Collections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bciwhole (17+ dates), 50ha plot, research plots, tower sites,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Total archive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&gt; 13 TB COG + COPC across all sites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4600" y="3967032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BCI whole-island collection: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4600" y="4351080"/>
            <a:ext cx="111429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Century Gothic"/>
              </a:rPr>
              <a:t>•  17+ dates spanning 2024–2025</a:t>
            </a:r>
          </a:p>
          <a:p>
            <a:r>
              <a:rPr sz="1500">
                <a:solidFill>
                  <a:srgbClr val="000000"/>
                </a:solidFill>
                <a:latin typeface="Century Gothic"/>
              </a:rPr>
              <a:t>•  ~47–54 GB per date</a:t>
            </a:r>
          </a:p>
          <a:p>
            <a:r>
              <a:rPr sz="1500">
                <a:solidFill>
                  <a:srgbClr val="000000"/>
                </a:solidFill>
                <a:latin typeface="Century Gothic"/>
              </a:rPr>
              <a:t>•  &gt; 750 GB total — streamed on demand, never downloaded in full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latin typeface="Century Gothic"/>
              </a:rPr>
              <a:t>Why downloading is not an option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60000" y="2165664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Gamboa network speeds (measured April 2026):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0000" y="2549712"/>
          <a:ext cx="111429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4300"/>
                <a:gridCol w="3714300"/>
                <a:gridCol w="3714300"/>
              </a:tblGrid>
              <a:tr h="3383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Location</a:t>
                      </a:r>
                    </a:p>
                  </a:txBody>
                  <a:tcPr>
                    <a:solidFill>
                      <a:srgbClr val="222E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Speed</a:t>
                      </a:r>
                    </a:p>
                  </a:txBody>
                  <a:tcPr>
                    <a:solidFill>
                      <a:srgbClr val="222E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Time to download one 50 GB COG</a:t>
                      </a:r>
                    </a:p>
                  </a:txBody>
                  <a:tcPr>
                    <a:solidFill>
                      <a:srgbClr val="222E6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SI-internal Gamboa 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19.4 Mbps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~6h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STRI Camino de Cruces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25.1 Mbps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~4h 50m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GAMBOA RF Las Jacarandas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36.7 Mbps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~3h 20m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GAMBOA RF Camino de Cruces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4.7 Mbps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~24h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0000" y="4351080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With COG streaming → same query, any network: ~2 seconds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latin typeface="Century Gothic"/>
              </a:rPr>
              <a:t>Why this matters for your research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4600" y="2165664"/>
          <a:ext cx="11142900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450"/>
                <a:gridCol w="5571450"/>
              </a:tblGrid>
              <a:tr h="3383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Before</a:t>
                      </a:r>
                    </a:p>
                  </a:txBody>
                  <a:tcPr>
                    <a:solidFill>
                      <a:srgbClr val="222E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Now</a:t>
                      </a:r>
                    </a:p>
                  </a:txBody>
                  <a:tcPr>
                    <a:solidFill>
                      <a:srgbClr val="222E6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Email someone for a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Query the catalogue yourself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Download 50 GB, run out of disk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Stream only the patch you need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"I don't know what dates are available"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Search by date range in one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QGIS crashes opening the full mosaic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Load as COG — only fetches visible tiles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Wait hours on Gamboa wifi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2-second chip, any connection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4600" y="4305360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Drone data becomes as easy to access as Sentinel or Landsat.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latin typeface="Century Gothic"/>
              </a:rPr>
              <a:t>This week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60000" y="2165664"/>
          <a:ext cx="1114290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450"/>
                <a:gridCol w="5571450"/>
              </a:tblGrid>
              <a:tr h="3383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When</a:t>
                      </a:r>
                    </a:p>
                  </a:txBody>
                  <a:tcPr>
                    <a:solidFill>
                      <a:srgbClr val="222E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What</a:t>
                      </a:r>
                    </a:p>
                  </a:txBody>
                  <a:tcPr>
                    <a:solidFill>
                      <a:srgbClr val="222E6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Today (10 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This talk — concepts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Thu 13:00–14:00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Live demo: BCI COG chips, vegetation indices, QGIS temporal animation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Thu 14:00–15:00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Century Gothic"/>
                        </a:rPr>
                        <a:t>Hands-on: Python / R / QGIS — you run the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60000" y="3628704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Catalogue: kanopia.org/stac-fastapi-pgstac/api/v1/pgstac/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000" y="4012752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Workshop access — User: panama · Password: panama123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00" y="4396800"/>
            <a:ext cx="111429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Century Gothic"/>
              </a:rPr>
              <a:t>Questions? Let's 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IVADO">
      <a:dk1>
        <a:srgbClr val="000000"/>
      </a:dk1>
      <a:lt1>
        <a:srgbClr val="FFFFFF"/>
      </a:lt1>
      <a:dk2>
        <a:srgbClr val="222E69"/>
      </a:dk2>
      <a:lt2>
        <a:srgbClr val="E3F1F9"/>
      </a:lt2>
      <a:accent1>
        <a:srgbClr val="45B878"/>
      </a:accent1>
      <a:accent2>
        <a:srgbClr val="0071B9"/>
      </a:accent2>
      <a:accent3>
        <a:srgbClr val="40BEAD"/>
      </a:accent3>
      <a:accent4>
        <a:srgbClr val="606469"/>
      </a:accent4>
      <a:accent5>
        <a:srgbClr val="222E69"/>
      </a:accent5>
      <a:accent6>
        <a:srgbClr val="45B878"/>
      </a:accent6>
      <a:hlink>
        <a:srgbClr val="606469"/>
      </a:hlink>
      <a:folHlink>
        <a:srgbClr val="6064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