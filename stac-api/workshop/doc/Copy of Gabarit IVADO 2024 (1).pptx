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</p:sldIdLst>
  <p:sldSz cy="6858000" cx="12192000"/>
  <p:notesSz cx="6858000" cy="9144000"/>
  <p:embeddedFontLst>
    <p:embeddedFont>
      <p:font typeface="Century Gothic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CenturyGothic-regular.fntdata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font" Target="fonts/CenturyGothic-italic.fntdata"/><Relationship Id="rId23" Type="http://schemas.openxmlformats.org/officeDocument/2006/relationships/slide" Target="slides/slide19.xml"/><Relationship Id="rId67" Type="http://schemas.openxmlformats.org/officeDocument/2006/relationships/font" Target="fonts/CenturyGothic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CenturyGothic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bf5901a43f_0_10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bf5901a43f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dca9c1d5c7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dca9c1d5c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bf5901a43f_0_1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bf5901a43f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bf5901a43f_0_1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bf5901a43f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bf5901a43f_0_10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bf5901a43f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bf5901a43f_0_1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bf5901a43f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bf5901a43f_0_1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bf5901a43f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bf5901a43f_0_1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bf5901a43f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bf5901a43f_0_1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bf5901a43f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bf5901a43f_0_1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bf5901a43f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bf5901a43f_0_1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bf5901a43f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bf5901a43f_0_1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bf5901a43f_0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bf5901a43f_0_10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bf5901a43f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bf5901a43f_0_10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bf5901a43f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bf5901a43f_0_10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bf5901a43f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bf5901a43f_0_10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bf5901a43f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bf5901a43f_0_1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bf5901a43f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bf5901a43f_0_10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bf5901a43f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bf5901a43f_0_10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bf5901a43f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bf5901a43f_0_10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bf5901a43f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bf5901a43f_0_10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bf5901a43f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bf5901a43f_0_10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bf5901a43f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bf5901a43f_0_10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bf5901a43f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bf5901a43f_0_1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bf5901a43f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bf5901a43f_0_1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bf5901a43f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bf5901a43f_0_1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bf5901a43f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bf5901a43f_0_1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bf5901a43f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bf5901a43f_0_1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bf5901a43f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bf5901a43f_0_1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bf5901a43f_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bf5901a43f_0_1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bf5901a43f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bf5901a43f_0_1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bf5901a43f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bf5901a43f_0_1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bf5901a43f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bf5901a43f_0_1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bf5901a43f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bf5901a43f_0_1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bf5901a43f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bf5901a43f_0_1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bf5901a43f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bf5901a43f_0_1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bf5901a43f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bf5901a43f_0_1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bf5901a43f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bf5901a43f_0_1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bf5901a43f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bf5901a43f_0_1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bf5901a43f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bf5901a43f_0_1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bf5901a43f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bf5901a43f_0_1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bf5901a43f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f5901a43f_0_1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f5901a43f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bf5901a43f_0_1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bf5901a43f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bf5901a43f_0_1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f5901a43f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f5901a43f_0_1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f5901a43f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bf5901a43f_0_1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bf5901a43f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bf5901a43f_0_1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bf5901a43f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bf5901a43f_0_12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bf5901a43f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bf5901a43f_0_1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bf5901a43f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bf5901a43f_0_1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bf5901a43f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bf5901a43f_0_1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bf5901a43f_0_1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bf5901a43f_0_1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bf5901a43f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bf5901a43f_0_1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bf5901a43f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bf5901a43f_0_1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bf5901a43f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bf5901a43f_0_1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bf5901a43f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dca9c1d5c7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2dca9c1d5c7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dca9c1d5c7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2dca9c1d5c7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bf5901a43f_0_1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bf5901a43f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bf5901a43f_0_1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bf5901a43f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bf5901a43f_0_1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bf5901a43f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bf5901a43f_0_1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bf5901a43f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">
  <p:cSld name="Page titre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1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500" y="0"/>
            <a:ext cx="122684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523867" y="1298567"/>
            <a:ext cx="94137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Century Gothic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5262509"/>
            <a:ext cx="3273425" cy="109114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23867" y="2833967"/>
            <a:ext cx="8870100" cy="74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523867" y="4126400"/>
            <a:ext cx="4662000" cy="33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3349" y="4740927"/>
            <a:ext cx="2181426" cy="88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9496" y="5998388"/>
            <a:ext cx="1500560" cy="302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1261" y="5827042"/>
            <a:ext cx="1028103" cy="736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8172" y="5951478"/>
            <a:ext cx="1500554" cy="48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46900" y="6024767"/>
            <a:ext cx="1500549" cy="34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A">
  <p:cSld name="TITLE_ONLY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" y="6068"/>
            <a:ext cx="12185424" cy="68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B">
  <p:cSld name="Page de section A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1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" y="6068"/>
            <a:ext cx="12185424" cy="6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C">
  <p:cSld name="Page de section B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6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" y="3701"/>
            <a:ext cx="12185424" cy="6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D">
  <p:cSld name="Page de section C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542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" y="1851"/>
            <a:ext cx="12185424" cy="6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E">
  <p:cSld name="Page de section D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6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934"/>
            <a:ext cx="12198578" cy="68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F" showMasterSp="0">
  <p:cSld name="Page de section 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87" y="523876"/>
            <a:ext cx="923926" cy="92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impl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itre bleu + fond / bas de page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1996" cy="68636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0000" y="2165664"/>
            <a:ext cx="11142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itre vert + fond / bas de page">
  <p:cSld name="Titre et contenu Ver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1996" cy="686364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524600" y="2165664"/>
            <a:ext cx="11142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itre bleu + fond bleu / bas de page">
  <p:cSld name="TITLE_ONLY_1_1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666733" y="565150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717833" y="1961433"/>
            <a:ext cx="10315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A1">
  <p:cSld name="BLANK_1_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4233"/>
            <a:ext cx="6106900" cy="68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B1">
  <p:cSld name="BLANK_1_3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233"/>
            <a:ext cx="6106900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C1">
  <p:cSld name="BLANK_1_3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-185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D1">
  <p:cSld name="BLANK_1_3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" y="0"/>
            <a:ext cx="608806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E1">
  <p:cSld name="BLANK_1_3_1_3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-185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F1">
  <p:cSld name="BLANK_1_3_1_3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-6400"/>
            <a:ext cx="61068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A1">
  <p:cSld name="BLANK_1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099" y="-4233"/>
            <a:ext cx="6106900" cy="68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B1">
  <p:cSld name="BLANK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100" y="0"/>
            <a:ext cx="6106900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20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C1">
  <p:cSld name="BLANK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099" y="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D1">
  <p:cSld name="BLANK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7361" y="0"/>
            <a:ext cx="608806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E1">
  <p:cSld name="CUSTOM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099" y="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3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F1">
  <p:cSld name="CUSTOM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6085200" y="-6400"/>
            <a:ext cx="61068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24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86" name="Google Shape;186;p2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A2">
  <p:cSld name="BLANK_1_3_1_4_3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B2">
  <p:cSld name="BLANK_1_3_1_4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C2">
  <p:cSld name="BLANK_1_3_1_1_1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9" name="Google Shape;2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833"/>
            <a:ext cx="4587867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D2">
  <p:cSld name="BLANK_1_3_1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0" name="Google Shape;2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0"/>
            <a:ext cx="4572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E2">
  <p:cSld name="BLANK_1_3_1_3_1_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833"/>
            <a:ext cx="4572001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F2">
  <p:cSld name="BLANK_1_3_1_3_1_2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0" y="-6400"/>
            <a:ext cx="45720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A2">
  <p:cSld name="BLANK_1_3_1_4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4133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B2">
  <p:cSld name="BLANK_1_3_1_4_1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5" name="Google Shape;2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4133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C2">
  <p:cSld name="BLANK_1_3_1_1_1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4133" y="-1850"/>
            <a:ext cx="4587867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6" name="Google Shape;266;p33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D2">
  <p:cSld name="BLANK_1_3_1_2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9" name="Google Shape;2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99" y="0"/>
            <a:ext cx="4572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E2">
  <p:cSld name="BLANK_1_3_1_3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/>
          <p:nvPr/>
        </p:nvSpPr>
        <p:spPr>
          <a:xfrm>
            <a:off x="9636200" y="5744133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9" name="Google Shape;27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0" y="-1850"/>
            <a:ext cx="4572001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F2">
  <p:cSld name="BLANK_1_3_1_3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/>
        </p:nvSpPr>
        <p:spPr>
          <a:xfrm>
            <a:off x="7620000" y="-6400"/>
            <a:ext cx="45720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36"/>
          <p:cNvSpPr txBox="1"/>
          <p:nvPr>
            <p:ph idx="1" type="body"/>
          </p:nvPr>
        </p:nvSpPr>
        <p:spPr>
          <a:xfrm>
            <a:off x="587367" y="1973683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1">
  <p:cSld name="BLANK_2_1_1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37"/>
          <p:cNvSpPr/>
          <p:nvPr>
            <p:ph idx="2" type="pic"/>
          </p:nvPr>
        </p:nvSpPr>
        <p:spPr>
          <a:xfrm>
            <a:off x="0" y="0"/>
            <a:ext cx="6057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37"/>
          <p:cNvSpPr txBox="1"/>
          <p:nvPr>
            <p:ph type="title"/>
          </p:nvPr>
        </p:nvSpPr>
        <p:spPr>
          <a:xfrm>
            <a:off x="6398300" y="690775"/>
            <a:ext cx="535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6398300" y="2171150"/>
            <a:ext cx="53523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1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1">
  <p:cSld name="BLANK_2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38"/>
          <p:cNvSpPr txBox="1"/>
          <p:nvPr>
            <p:ph type="title"/>
          </p:nvPr>
        </p:nvSpPr>
        <p:spPr>
          <a:xfrm>
            <a:off x="683300" y="690600"/>
            <a:ext cx="535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683300" y="2170975"/>
            <a:ext cx="53523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03" name="Google Shape;303;p38"/>
          <p:cNvSpPr/>
          <p:nvPr>
            <p:ph idx="2" type="pic"/>
          </p:nvPr>
        </p:nvSpPr>
        <p:spPr>
          <a:xfrm>
            <a:off x="6035600" y="0"/>
            <a:ext cx="61563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2">
  <p:cSld name="BLANK_2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39"/>
          <p:cNvSpPr/>
          <p:nvPr>
            <p:ph idx="2" type="pic"/>
          </p:nvPr>
        </p:nvSpPr>
        <p:spPr>
          <a:xfrm>
            <a:off x="0" y="0"/>
            <a:ext cx="5112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39"/>
          <p:cNvSpPr txBox="1"/>
          <p:nvPr>
            <p:ph type="title"/>
          </p:nvPr>
        </p:nvSpPr>
        <p:spPr>
          <a:xfrm>
            <a:off x="5511805" y="690767"/>
            <a:ext cx="6311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1" type="body"/>
          </p:nvPr>
        </p:nvSpPr>
        <p:spPr>
          <a:xfrm>
            <a:off x="5511800" y="2087200"/>
            <a:ext cx="63117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2">
  <p:cSld name="BLANK_2_1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40"/>
          <p:cNvSpPr/>
          <p:nvPr>
            <p:ph idx="2" type="pic"/>
          </p:nvPr>
        </p:nvSpPr>
        <p:spPr>
          <a:xfrm>
            <a:off x="7079600" y="0"/>
            <a:ext cx="5112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40"/>
          <p:cNvSpPr txBox="1"/>
          <p:nvPr>
            <p:ph idx="1" type="body"/>
          </p:nvPr>
        </p:nvSpPr>
        <p:spPr>
          <a:xfrm>
            <a:off x="393700" y="2036400"/>
            <a:ext cx="63117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17" name="Google Shape;317;p40"/>
          <p:cNvSpPr txBox="1"/>
          <p:nvPr>
            <p:ph type="title"/>
          </p:nvPr>
        </p:nvSpPr>
        <p:spPr>
          <a:xfrm>
            <a:off x="393705" y="639967"/>
            <a:ext cx="6311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3">
  <p:cSld name="BLANK_2_1_2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41"/>
          <p:cNvSpPr/>
          <p:nvPr>
            <p:ph idx="2" type="pic"/>
          </p:nvPr>
        </p:nvSpPr>
        <p:spPr>
          <a:xfrm>
            <a:off x="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41"/>
          <p:cNvSpPr txBox="1"/>
          <p:nvPr>
            <p:ph type="title"/>
          </p:nvPr>
        </p:nvSpPr>
        <p:spPr>
          <a:xfrm>
            <a:off x="4629733" y="7382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1"/>
          <p:cNvSpPr txBox="1"/>
          <p:nvPr>
            <p:ph idx="1" type="body"/>
          </p:nvPr>
        </p:nvSpPr>
        <p:spPr>
          <a:xfrm>
            <a:off x="4629733" y="2541033"/>
            <a:ext cx="6787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3">
  <p:cSld name="BLANK_2_2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/>
          <p:nvPr>
            <p:ph idx="2" type="pic"/>
          </p:nvPr>
        </p:nvSpPr>
        <p:spPr>
          <a:xfrm>
            <a:off x="815520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8" name="Google Shape;3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0" name="Google Shape;33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42"/>
          <p:cNvSpPr txBox="1"/>
          <p:nvPr>
            <p:ph type="title"/>
          </p:nvPr>
        </p:nvSpPr>
        <p:spPr>
          <a:xfrm>
            <a:off x="667333" y="862267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667333" y="2665067"/>
            <a:ext cx="6787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4">
  <p:cSld name="BLANK_2_1_2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43"/>
          <p:cNvSpPr/>
          <p:nvPr>
            <p:ph idx="2" type="pic"/>
          </p:nvPr>
        </p:nvSpPr>
        <p:spPr>
          <a:xfrm>
            <a:off x="0" y="0"/>
            <a:ext cx="2882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43"/>
          <p:cNvSpPr txBox="1"/>
          <p:nvPr>
            <p:ph type="title"/>
          </p:nvPr>
        </p:nvSpPr>
        <p:spPr>
          <a:xfrm>
            <a:off x="3639133" y="636633"/>
            <a:ext cx="552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43"/>
          <p:cNvSpPr txBox="1"/>
          <p:nvPr>
            <p:ph idx="1" type="body"/>
          </p:nvPr>
        </p:nvSpPr>
        <p:spPr>
          <a:xfrm>
            <a:off x="3639133" y="2557334"/>
            <a:ext cx="7600500" cy="3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4">
  <p:cSld name="BLANK_2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43" name="Google Shape;34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5" name="Google Shape;3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7" name="Google Shape;347;p44"/>
          <p:cNvSpPr/>
          <p:nvPr>
            <p:ph idx="2" type="pic"/>
          </p:nvPr>
        </p:nvSpPr>
        <p:spPr>
          <a:xfrm>
            <a:off x="9309200" y="0"/>
            <a:ext cx="2882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4"/>
          <p:cNvSpPr txBox="1"/>
          <p:nvPr>
            <p:ph type="title"/>
          </p:nvPr>
        </p:nvSpPr>
        <p:spPr>
          <a:xfrm>
            <a:off x="859633" y="649333"/>
            <a:ext cx="552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859633" y="2570034"/>
            <a:ext cx="7600500" cy="3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1">
  <p:cSld name="BLANK_2_1_3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2" name="Google Shape;35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45"/>
          <p:cNvSpPr txBox="1"/>
          <p:nvPr>
            <p:ph type="title"/>
          </p:nvPr>
        </p:nvSpPr>
        <p:spPr>
          <a:xfrm>
            <a:off x="6585700" y="485675"/>
            <a:ext cx="51384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4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45"/>
          <p:cNvSpPr txBox="1"/>
          <p:nvPr>
            <p:ph idx="1" type="body"/>
          </p:nvPr>
        </p:nvSpPr>
        <p:spPr>
          <a:xfrm>
            <a:off x="6359350" y="2242225"/>
            <a:ext cx="5464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57" name="Google Shape;357;p45"/>
          <p:cNvSpPr/>
          <p:nvPr>
            <p:ph idx="2" type="pic"/>
          </p:nvPr>
        </p:nvSpPr>
        <p:spPr>
          <a:xfrm>
            <a:off x="0" y="0"/>
            <a:ext cx="60579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1">
  <p:cSld name="BLANK_2_1_3_1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46"/>
          <p:cNvSpPr txBox="1"/>
          <p:nvPr>
            <p:ph type="title"/>
          </p:nvPr>
        </p:nvSpPr>
        <p:spPr>
          <a:xfrm>
            <a:off x="458000" y="409475"/>
            <a:ext cx="5074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4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512075" y="2242225"/>
            <a:ext cx="50208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3" name="Google Shape;363;p46"/>
          <p:cNvSpPr/>
          <p:nvPr>
            <p:ph idx="2" type="pic"/>
          </p:nvPr>
        </p:nvSpPr>
        <p:spPr>
          <a:xfrm>
            <a:off x="6035600" y="0"/>
            <a:ext cx="61563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4" name="Google Shape;3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2">
  <p:cSld name="BLANK_2_1_3_1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8" name="Google Shape;36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47"/>
          <p:cNvSpPr txBox="1"/>
          <p:nvPr>
            <p:ph type="title"/>
          </p:nvPr>
        </p:nvSpPr>
        <p:spPr>
          <a:xfrm>
            <a:off x="5512599" y="485675"/>
            <a:ext cx="61539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47"/>
          <p:cNvSpPr txBox="1"/>
          <p:nvPr>
            <p:ph idx="1" type="body"/>
          </p:nvPr>
        </p:nvSpPr>
        <p:spPr>
          <a:xfrm>
            <a:off x="5512600" y="2053936"/>
            <a:ext cx="63111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3" name="Google Shape;373;p47"/>
          <p:cNvSpPr/>
          <p:nvPr>
            <p:ph idx="2" type="pic"/>
          </p:nvPr>
        </p:nvSpPr>
        <p:spPr>
          <a:xfrm>
            <a:off x="0" y="0"/>
            <a:ext cx="51123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2">
  <p:cSld name="BLANK_2_1_3_1_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48"/>
          <p:cNvSpPr txBox="1"/>
          <p:nvPr>
            <p:ph type="title"/>
          </p:nvPr>
        </p:nvSpPr>
        <p:spPr>
          <a:xfrm>
            <a:off x="457999" y="409475"/>
            <a:ext cx="59994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p48"/>
          <p:cNvSpPr txBox="1"/>
          <p:nvPr>
            <p:ph idx="1" type="body"/>
          </p:nvPr>
        </p:nvSpPr>
        <p:spPr>
          <a:xfrm>
            <a:off x="458000" y="1935700"/>
            <a:ext cx="6311100" cy="3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9" name="Google Shape;379;p48"/>
          <p:cNvSpPr/>
          <p:nvPr>
            <p:ph idx="2" type="pic"/>
          </p:nvPr>
        </p:nvSpPr>
        <p:spPr>
          <a:xfrm>
            <a:off x="7079600" y="0"/>
            <a:ext cx="51123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0" name="Google Shape;38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3">
  <p:cSld name="BLANK_2_1_3_2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4" name="Google Shape;38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49"/>
          <p:cNvSpPr/>
          <p:nvPr>
            <p:ph idx="2" type="pic"/>
          </p:nvPr>
        </p:nvSpPr>
        <p:spPr>
          <a:xfrm>
            <a:off x="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49"/>
          <p:cNvSpPr txBox="1"/>
          <p:nvPr>
            <p:ph type="title"/>
          </p:nvPr>
        </p:nvSpPr>
        <p:spPr>
          <a:xfrm>
            <a:off x="4578620" y="663450"/>
            <a:ext cx="699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4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4578633" y="2164975"/>
            <a:ext cx="67557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3">
  <p:cSld name="BLANK_2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50"/>
          <p:cNvSpPr/>
          <p:nvPr>
            <p:ph idx="2" type="pic"/>
          </p:nvPr>
        </p:nvSpPr>
        <p:spPr>
          <a:xfrm>
            <a:off x="815520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0"/>
          <p:cNvSpPr txBox="1"/>
          <p:nvPr>
            <p:ph type="title"/>
          </p:nvPr>
        </p:nvSpPr>
        <p:spPr>
          <a:xfrm>
            <a:off x="686699" y="690775"/>
            <a:ext cx="6755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5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95" name="Google Shape;39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50"/>
          <p:cNvSpPr txBox="1"/>
          <p:nvPr>
            <p:ph idx="1" type="body"/>
          </p:nvPr>
        </p:nvSpPr>
        <p:spPr>
          <a:xfrm>
            <a:off x="686700" y="2131425"/>
            <a:ext cx="67557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4">
  <p:cSld name="BLANK_2_1_4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0" name="Google Shape;40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p51"/>
          <p:cNvSpPr/>
          <p:nvPr>
            <p:ph idx="2" type="pic"/>
          </p:nvPr>
        </p:nvSpPr>
        <p:spPr>
          <a:xfrm>
            <a:off x="0" y="0"/>
            <a:ext cx="2870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51"/>
          <p:cNvSpPr txBox="1"/>
          <p:nvPr>
            <p:ph type="title"/>
          </p:nvPr>
        </p:nvSpPr>
        <p:spPr>
          <a:xfrm>
            <a:off x="3455818" y="549275"/>
            <a:ext cx="77781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51"/>
          <p:cNvSpPr txBox="1"/>
          <p:nvPr>
            <p:ph idx="1" type="body"/>
          </p:nvPr>
        </p:nvSpPr>
        <p:spPr>
          <a:xfrm>
            <a:off x="3472924" y="1961425"/>
            <a:ext cx="77439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4">
  <p:cSld name="BLANK_2_1_4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52"/>
          <p:cNvSpPr/>
          <p:nvPr>
            <p:ph idx="2" type="pic"/>
          </p:nvPr>
        </p:nvSpPr>
        <p:spPr>
          <a:xfrm>
            <a:off x="9321600" y="0"/>
            <a:ext cx="2870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52"/>
          <p:cNvSpPr txBox="1"/>
          <p:nvPr>
            <p:ph type="title"/>
          </p:nvPr>
        </p:nvSpPr>
        <p:spPr>
          <a:xfrm>
            <a:off x="692454" y="472975"/>
            <a:ext cx="78381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p52"/>
          <p:cNvSpPr txBox="1"/>
          <p:nvPr>
            <p:ph idx="1" type="body"/>
          </p:nvPr>
        </p:nvSpPr>
        <p:spPr>
          <a:xfrm>
            <a:off x="728750" y="2042425"/>
            <a:ext cx="77655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pic>
        <p:nvPicPr>
          <p:cNvPr id="412" name="Google Shape;41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A + bas de page">
  <p:cSld name="BLANK_3_1_1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53"/>
          <p:cNvSpPr/>
          <p:nvPr/>
        </p:nvSpPr>
        <p:spPr>
          <a:xfrm>
            <a:off x="-20810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7" name="Google Shape;41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53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20" name="Google Shape;420;p53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B + bas de page">
  <p:cSld name="BLANK_3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54"/>
          <p:cNvSpPr/>
          <p:nvPr/>
        </p:nvSpPr>
        <p:spPr>
          <a:xfrm>
            <a:off x="-15301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4" name="Google Shape;42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27" name="Google Shape;427;p54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C + bas de page">
  <p:cSld name="BLANK_3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0" name="Google Shape;430;p55"/>
          <p:cNvSpPr/>
          <p:nvPr/>
        </p:nvSpPr>
        <p:spPr>
          <a:xfrm>
            <a:off x="-15301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55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32" name="Google Shape;432;p55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3" name="Google Shape;43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D + bas de page">
  <p:cSld name="BLANK_3_1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56"/>
          <p:cNvSpPr/>
          <p:nvPr/>
        </p:nvSpPr>
        <p:spPr>
          <a:xfrm>
            <a:off x="-15301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8" name="Google Shape;43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56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41" name="Google Shape;441;p56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L Flèche gauche E + bas de page">
  <p:cSld name="BLANK_3_1_1_1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57"/>
          <p:cNvSpPr/>
          <p:nvPr/>
        </p:nvSpPr>
        <p:spPr>
          <a:xfrm>
            <a:off x="-20810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57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1" type="body"/>
          </p:nvPr>
        </p:nvSpPr>
        <p:spPr>
          <a:xfrm>
            <a:off x="4878967" y="2528333"/>
            <a:ext cx="6787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447" name="Google Shape;44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eu + formes + bas de page 1">
  <p:cSld name="TITLE_ONLY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1" name="Google Shape;45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p5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58"/>
          <p:cNvSpPr/>
          <p:nvPr/>
        </p:nvSpPr>
        <p:spPr>
          <a:xfrm>
            <a:off x="744067" y="2488700"/>
            <a:ext cx="2540100" cy="2540100"/>
          </a:xfrm>
          <a:prstGeom prst="diamond">
            <a:avLst/>
          </a:prstGeom>
          <a:solidFill>
            <a:srgbClr val="D8D8D8">
              <a:alpha val="165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58"/>
          <p:cNvSpPr/>
          <p:nvPr/>
        </p:nvSpPr>
        <p:spPr>
          <a:xfrm>
            <a:off x="2442558" y="1534092"/>
            <a:ext cx="4325100" cy="4449300"/>
          </a:xfrm>
          <a:prstGeom prst="diamond">
            <a:avLst/>
          </a:prstGeom>
          <a:solidFill>
            <a:srgbClr val="D8D8D8">
              <a:alpha val="165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6" name="Google Shape;456;p58"/>
          <p:cNvSpPr txBox="1"/>
          <p:nvPr>
            <p:ph type="title"/>
          </p:nvPr>
        </p:nvSpPr>
        <p:spPr>
          <a:xfrm>
            <a:off x="666733" y="565150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8"/>
          <p:cNvSpPr txBox="1"/>
          <p:nvPr>
            <p:ph idx="1" type="body"/>
          </p:nvPr>
        </p:nvSpPr>
        <p:spPr>
          <a:xfrm>
            <a:off x="717833" y="1961433"/>
            <a:ext cx="10315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+ formes + bas de page 1">
  <p:cSld name="BLANK_4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5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59"/>
          <p:cNvSpPr/>
          <p:nvPr/>
        </p:nvSpPr>
        <p:spPr>
          <a:xfrm>
            <a:off x="744067" y="2488700"/>
            <a:ext cx="2540100" cy="2540100"/>
          </a:xfrm>
          <a:prstGeom prst="diamond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59"/>
          <p:cNvSpPr/>
          <p:nvPr/>
        </p:nvSpPr>
        <p:spPr>
          <a:xfrm>
            <a:off x="2386533" y="1534092"/>
            <a:ext cx="4325100" cy="4449300"/>
          </a:xfrm>
          <a:prstGeom prst="diamond">
            <a:avLst/>
          </a:prstGeom>
          <a:solidFill>
            <a:srgbClr val="D8D8D8">
              <a:alpha val="165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p59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59"/>
          <p:cNvSpPr txBox="1"/>
          <p:nvPr>
            <p:ph idx="1" type="body"/>
          </p:nvPr>
        </p:nvSpPr>
        <p:spPr>
          <a:xfrm>
            <a:off x="460000" y="2165664"/>
            <a:ext cx="11142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eu + bas de page">
  <p:cSld name="TITLE_ONLY_1_1_2_1_1_2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8" name="Google Shape;468;p6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69" name="Google Shape;46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anc + bas de page">
  <p:cSld name="BLANK_4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6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 bleu">
  <p:cSld name="TITLE_ONLY_1_1_2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anc">
  <p:cSld name="BLANK_5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fin 1">
  <p:cSld name="Page de fin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1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0651" y="2476501"/>
            <a:ext cx="43434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7658" y="4310063"/>
            <a:ext cx="103108" cy="22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1310" y="4332158"/>
            <a:ext cx="215221" cy="17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3345" y="4327657"/>
            <a:ext cx="194763" cy="18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8482" y="4344433"/>
            <a:ext cx="218494" cy="15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4" y="5417820"/>
            <a:ext cx="2681325" cy="891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4" y="6055804"/>
            <a:ext cx="3192469" cy="325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 Bleu" type="titleOnly">
  <p:cSld name="TITLE_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2001" cy="686364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5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0" name="Google Shape;4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6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 Vert">
  <p:cSld name="Titre seul Vert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2001" cy="686364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6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6" name="Google Shape;49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p6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23875" y="574675"/>
            <a:ext cx="9699625" cy="109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23875" y="2617231"/>
            <a:ext cx="11142663" cy="3118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6">
          <p15:clr>
            <a:srgbClr val="4D0DB8"/>
          </p15:clr>
        </p15:guide>
        <p15:guide id="2" orient="horz" pos="4041">
          <p15:clr>
            <a:srgbClr val="4D0DB9"/>
          </p15:clr>
        </p15:guide>
        <p15:guide id="3" pos="330">
          <p15:clr>
            <a:srgbClr val="4D0DBA"/>
          </p15:clr>
        </p15:guide>
        <p15:guide id="4" pos="7349">
          <p15:clr>
            <a:srgbClr val="4D0DB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7"/>
          <p:cNvSpPr txBox="1"/>
          <p:nvPr>
            <p:ph type="title"/>
          </p:nvPr>
        </p:nvSpPr>
        <p:spPr>
          <a:xfrm>
            <a:off x="523867" y="1298567"/>
            <a:ext cx="9413700" cy="11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document sur une ou deux lignes</a:t>
            </a:r>
            <a:endParaRPr/>
          </a:p>
        </p:txBody>
      </p:sp>
      <p:sp>
        <p:nvSpPr>
          <p:cNvPr id="504" name="Google Shape;504;p67"/>
          <p:cNvSpPr txBox="1"/>
          <p:nvPr>
            <p:ph idx="1" type="subTitle"/>
          </p:nvPr>
        </p:nvSpPr>
        <p:spPr>
          <a:xfrm>
            <a:off x="523867" y="2833967"/>
            <a:ext cx="8870100" cy="74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Sous-titre du document</a:t>
            </a:r>
            <a:endParaRPr/>
          </a:p>
        </p:txBody>
      </p:sp>
      <p:sp>
        <p:nvSpPr>
          <p:cNvPr id="505" name="Google Shape;505;p67"/>
          <p:cNvSpPr txBox="1"/>
          <p:nvPr>
            <p:ph idx="2" type="subTitle"/>
          </p:nvPr>
        </p:nvSpPr>
        <p:spPr>
          <a:xfrm>
            <a:off x="523867" y="4126400"/>
            <a:ext cx="4662000" cy="33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Date de la présentation / présentateur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8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Titre de la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 une ou deux lignes</a:t>
            </a:r>
            <a:endParaRPr/>
          </a:p>
        </p:txBody>
      </p:sp>
      <p:sp>
        <p:nvSpPr>
          <p:cNvPr id="511" name="Google Shape;511;p68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Titre de la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 une ou deux lignes</a:t>
            </a:r>
            <a:endParaRPr/>
          </a:p>
        </p:txBody>
      </p:sp>
      <p:sp>
        <p:nvSpPr>
          <p:cNvPr id="517" name="Google Shape;517;p69"/>
          <p:cNvSpPr txBox="1"/>
          <p:nvPr>
            <p:ph idx="1" type="subTitle"/>
          </p:nvPr>
        </p:nvSpPr>
        <p:spPr>
          <a:xfrm>
            <a:off x="588867" y="348408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Sous-titre de la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0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de la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 une ou deux lignes</a:t>
            </a:r>
            <a:endParaRPr/>
          </a:p>
        </p:txBody>
      </p:sp>
      <p:sp>
        <p:nvSpPr>
          <p:cNvPr id="523" name="Google Shape;523;p70"/>
          <p:cNvSpPr txBox="1"/>
          <p:nvPr>
            <p:ph idx="1" type="subTitle"/>
          </p:nvPr>
        </p:nvSpPr>
        <p:spPr>
          <a:xfrm>
            <a:off x="588867" y="348408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Sous-titre de la section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1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de la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 une ou deux lignes</a:t>
            </a:r>
            <a:endParaRPr/>
          </a:p>
        </p:txBody>
      </p:sp>
      <p:sp>
        <p:nvSpPr>
          <p:cNvPr id="529" name="Google Shape;529;p71"/>
          <p:cNvSpPr txBox="1"/>
          <p:nvPr>
            <p:ph idx="1" type="subTitle"/>
          </p:nvPr>
        </p:nvSpPr>
        <p:spPr>
          <a:xfrm>
            <a:off x="588867" y="348408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Sous-titre de la section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2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de la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 une ou deux lignes</a:t>
            </a:r>
            <a:endParaRPr/>
          </a:p>
        </p:txBody>
      </p:sp>
      <p:sp>
        <p:nvSpPr>
          <p:cNvPr id="535" name="Google Shape;535;p72"/>
          <p:cNvSpPr txBox="1"/>
          <p:nvPr>
            <p:ph idx="1" type="subTitle"/>
          </p:nvPr>
        </p:nvSpPr>
        <p:spPr>
          <a:xfrm>
            <a:off x="588867" y="348408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Sous-titre de la section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3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de la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 une ou deux lignes</a:t>
            </a:r>
            <a:endParaRPr/>
          </a:p>
        </p:txBody>
      </p:sp>
      <p:sp>
        <p:nvSpPr>
          <p:cNvPr id="541" name="Google Shape;541;p73"/>
          <p:cNvSpPr txBox="1"/>
          <p:nvPr>
            <p:ph idx="1" type="subTitle"/>
          </p:nvPr>
        </p:nvSpPr>
        <p:spPr>
          <a:xfrm>
            <a:off x="588867" y="348408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Sous-titre de la section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4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Titre du diapositive sur deux lignes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 trois lignes</a:t>
            </a:r>
            <a:endParaRPr/>
          </a:p>
        </p:txBody>
      </p:sp>
      <p:sp>
        <p:nvSpPr>
          <p:cNvPr id="547" name="Google Shape;547;p74"/>
          <p:cNvSpPr txBox="1"/>
          <p:nvPr>
            <p:ph idx="1" type="body"/>
          </p:nvPr>
        </p:nvSpPr>
        <p:spPr>
          <a:xfrm>
            <a:off x="460000" y="2165664"/>
            <a:ext cx="11142900" cy="3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Titre du diapositive sur deux lignes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 trois lignes</a:t>
            </a:r>
            <a:endParaRPr/>
          </a:p>
        </p:txBody>
      </p:sp>
      <p:sp>
        <p:nvSpPr>
          <p:cNvPr id="553" name="Google Shape;553;p75"/>
          <p:cNvSpPr txBox="1"/>
          <p:nvPr>
            <p:ph idx="1" type="body"/>
          </p:nvPr>
        </p:nvSpPr>
        <p:spPr>
          <a:xfrm>
            <a:off x="524600" y="2165664"/>
            <a:ext cx="11142900" cy="3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6"/>
          <p:cNvSpPr txBox="1"/>
          <p:nvPr>
            <p:ph type="title"/>
          </p:nvPr>
        </p:nvSpPr>
        <p:spPr>
          <a:xfrm>
            <a:off x="666733" y="565150"/>
            <a:ext cx="96996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Titre du diapositive sur deux lignes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 trois lignes</a:t>
            </a:r>
            <a:endParaRPr/>
          </a:p>
        </p:txBody>
      </p:sp>
      <p:sp>
        <p:nvSpPr>
          <p:cNvPr id="559" name="Google Shape;559;p76"/>
          <p:cNvSpPr txBox="1"/>
          <p:nvPr>
            <p:ph idx="1" type="body"/>
          </p:nvPr>
        </p:nvSpPr>
        <p:spPr>
          <a:xfrm>
            <a:off x="717833" y="1961433"/>
            <a:ext cx="103152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deux lignes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 trois lignes</a:t>
            </a:r>
            <a:endParaRPr/>
          </a:p>
        </p:txBody>
      </p:sp>
      <p:sp>
        <p:nvSpPr>
          <p:cNvPr id="565" name="Google Shape;565;p77"/>
          <p:cNvSpPr txBox="1"/>
          <p:nvPr>
            <p:ph idx="1" type="body"/>
          </p:nvPr>
        </p:nvSpPr>
        <p:spPr>
          <a:xfrm>
            <a:off x="460000" y="2165664"/>
            <a:ext cx="11142900" cy="3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8"/>
          <p:cNvSpPr txBox="1"/>
          <p:nvPr>
            <p:ph type="title"/>
          </p:nvPr>
        </p:nvSpPr>
        <p:spPr>
          <a:xfrm>
            <a:off x="666733" y="565150"/>
            <a:ext cx="96996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8"/>
          <p:cNvSpPr txBox="1"/>
          <p:nvPr>
            <p:ph idx="1" type="body"/>
          </p:nvPr>
        </p:nvSpPr>
        <p:spPr>
          <a:xfrm>
            <a:off x="717833" y="1961433"/>
            <a:ext cx="103152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9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9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0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1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81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2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2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3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83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4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84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5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5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6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86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7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7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8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8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9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9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0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90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1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649" name="Google Shape;649;p91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2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92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3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661" name="Google Shape;661;p93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4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4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5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673" name="Google Shape;673;p95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6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96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7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685" name="Google Shape;685;p97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8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98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9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697" name="Google Shape;697;p99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0"/>
          <p:cNvSpPr txBox="1"/>
          <p:nvPr>
            <p:ph idx="1" type="body"/>
          </p:nvPr>
        </p:nvSpPr>
        <p:spPr>
          <a:xfrm>
            <a:off x="587367" y="1973683"/>
            <a:ext cx="64863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00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1"/>
          <p:cNvSpPr/>
          <p:nvPr>
            <p:ph idx="2" type="pic"/>
          </p:nvPr>
        </p:nvSpPr>
        <p:spPr>
          <a:xfrm>
            <a:off x="0" y="0"/>
            <a:ext cx="6057900" cy="6858000"/>
          </a:xfrm>
          <a:prstGeom prst="rect">
            <a:avLst/>
          </a:prstGeom>
        </p:spPr>
      </p:sp>
      <p:sp>
        <p:nvSpPr>
          <p:cNvPr id="709" name="Google Shape;709;p101"/>
          <p:cNvSpPr txBox="1"/>
          <p:nvPr>
            <p:ph type="title"/>
          </p:nvPr>
        </p:nvSpPr>
        <p:spPr>
          <a:xfrm>
            <a:off x="6398300" y="690775"/>
            <a:ext cx="535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10" name="Google Shape;710;p101"/>
          <p:cNvSpPr txBox="1"/>
          <p:nvPr>
            <p:ph idx="1" type="body"/>
          </p:nvPr>
        </p:nvSpPr>
        <p:spPr>
          <a:xfrm>
            <a:off x="6398300" y="2171150"/>
            <a:ext cx="5352300" cy="40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2"/>
          <p:cNvSpPr/>
          <p:nvPr>
            <p:ph idx="2" type="pic"/>
          </p:nvPr>
        </p:nvSpPr>
        <p:spPr>
          <a:xfrm>
            <a:off x="0" y="0"/>
            <a:ext cx="5112300" cy="6858000"/>
          </a:xfrm>
          <a:prstGeom prst="rect">
            <a:avLst/>
          </a:prstGeom>
        </p:spPr>
      </p:sp>
      <p:sp>
        <p:nvSpPr>
          <p:cNvPr id="716" name="Google Shape;716;p102"/>
          <p:cNvSpPr txBox="1"/>
          <p:nvPr>
            <p:ph type="title"/>
          </p:nvPr>
        </p:nvSpPr>
        <p:spPr>
          <a:xfrm>
            <a:off x="5511805" y="690767"/>
            <a:ext cx="63117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17" name="Google Shape;717;p102"/>
          <p:cNvSpPr txBox="1"/>
          <p:nvPr>
            <p:ph idx="1" type="body"/>
          </p:nvPr>
        </p:nvSpPr>
        <p:spPr>
          <a:xfrm>
            <a:off x="5511800" y="2087200"/>
            <a:ext cx="63117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3"/>
          <p:cNvSpPr/>
          <p:nvPr>
            <p:ph idx="2" type="pic"/>
          </p:nvPr>
        </p:nvSpPr>
        <p:spPr>
          <a:xfrm>
            <a:off x="0" y="0"/>
            <a:ext cx="4036800" cy="6858000"/>
          </a:xfrm>
          <a:prstGeom prst="rect">
            <a:avLst/>
          </a:prstGeom>
        </p:spPr>
      </p:sp>
      <p:sp>
        <p:nvSpPr>
          <p:cNvPr id="723" name="Google Shape;723;p103"/>
          <p:cNvSpPr txBox="1"/>
          <p:nvPr>
            <p:ph type="title"/>
          </p:nvPr>
        </p:nvSpPr>
        <p:spPr>
          <a:xfrm>
            <a:off x="4629733" y="738233"/>
            <a:ext cx="4933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24" name="Google Shape;724;p103"/>
          <p:cNvSpPr txBox="1"/>
          <p:nvPr>
            <p:ph idx="1" type="body"/>
          </p:nvPr>
        </p:nvSpPr>
        <p:spPr>
          <a:xfrm>
            <a:off x="4629733" y="2541033"/>
            <a:ext cx="6787500" cy="3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4"/>
          <p:cNvSpPr/>
          <p:nvPr>
            <p:ph idx="2" type="pic"/>
          </p:nvPr>
        </p:nvSpPr>
        <p:spPr>
          <a:xfrm>
            <a:off x="0" y="0"/>
            <a:ext cx="2882700" cy="6858000"/>
          </a:xfrm>
          <a:prstGeom prst="rect">
            <a:avLst/>
          </a:prstGeom>
        </p:spPr>
      </p:sp>
      <p:sp>
        <p:nvSpPr>
          <p:cNvPr id="730" name="Google Shape;730;p104"/>
          <p:cNvSpPr txBox="1"/>
          <p:nvPr>
            <p:ph type="title"/>
          </p:nvPr>
        </p:nvSpPr>
        <p:spPr>
          <a:xfrm>
            <a:off x="3639133" y="636633"/>
            <a:ext cx="5524500" cy="116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31" name="Google Shape;731;p104"/>
          <p:cNvSpPr txBox="1"/>
          <p:nvPr>
            <p:ph idx="1" type="body"/>
          </p:nvPr>
        </p:nvSpPr>
        <p:spPr>
          <a:xfrm>
            <a:off x="3639133" y="2557334"/>
            <a:ext cx="7600500" cy="33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05"/>
          <p:cNvSpPr txBox="1"/>
          <p:nvPr>
            <p:ph type="title"/>
          </p:nvPr>
        </p:nvSpPr>
        <p:spPr>
          <a:xfrm>
            <a:off x="683300" y="690600"/>
            <a:ext cx="53523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37" name="Google Shape;737;p105"/>
          <p:cNvSpPr txBox="1"/>
          <p:nvPr>
            <p:ph idx="1" type="body"/>
          </p:nvPr>
        </p:nvSpPr>
        <p:spPr>
          <a:xfrm>
            <a:off x="683300" y="2170975"/>
            <a:ext cx="5352300" cy="40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05"/>
          <p:cNvSpPr/>
          <p:nvPr>
            <p:ph idx="2" type="pic"/>
          </p:nvPr>
        </p:nvSpPr>
        <p:spPr>
          <a:xfrm>
            <a:off x="6035600" y="0"/>
            <a:ext cx="6156300" cy="6858000"/>
          </a:xfrm>
          <a:prstGeom prst="rect">
            <a:avLst/>
          </a:prstGeom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6"/>
          <p:cNvSpPr/>
          <p:nvPr>
            <p:ph idx="2" type="pic"/>
          </p:nvPr>
        </p:nvSpPr>
        <p:spPr>
          <a:xfrm>
            <a:off x="7079600" y="0"/>
            <a:ext cx="5112300" cy="6858000"/>
          </a:xfrm>
          <a:prstGeom prst="rect">
            <a:avLst/>
          </a:prstGeom>
        </p:spPr>
      </p:sp>
      <p:sp>
        <p:nvSpPr>
          <p:cNvPr id="744" name="Google Shape;744;p106"/>
          <p:cNvSpPr txBox="1"/>
          <p:nvPr>
            <p:ph idx="1" type="body"/>
          </p:nvPr>
        </p:nvSpPr>
        <p:spPr>
          <a:xfrm>
            <a:off x="393700" y="2036400"/>
            <a:ext cx="63117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06"/>
          <p:cNvSpPr txBox="1"/>
          <p:nvPr>
            <p:ph type="title"/>
          </p:nvPr>
        </p:nvSpPr>
        <p:spPr>
          <a:xfrm>
            <a:off x="393705" y="639967"/>
            <a:ext cx="63117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7"/>
          <p:cNvSpPr/>
          <p:nvPr>
            <p:ph idx="2" type="pic"/>
          </p:nvPr>
        </p:nvSpPr>
        <p:spPr>
          <a:xfrm>
            <a:off x="8155200" y="0"/>
            <a:ext cx="4036800" cy="6858000"/>
          </a:xfrm>
          <a:prstGeom prst="rect">
            <a:avLst/>
          </a:prstGeom>
        </p:spPr>
      </p:sp>
      <p:sp>
        <p:nvSpPr>
          <p:cNvPr id="751" name="Google Shape;751;p107"/>
          <p:cNvSpPr txBox="1"/>
          <p:nvPr>
            <p:ph type="title"/>
          </p:nvPr>
        </p:nvSpPr>
        <p:spPr>
          <a:xfrm>
            <a:off x="667333" y="862267"/>
            <a:ext cx="4933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52" name="Google Shape;752;p107"/>
          <p:cNvSpPr txBox="1"/>
          <p:nvPr>
            <p:ph idx="1" type="body"/>
          </p:nvPr>
        </p:nvSpPr>
        <p:spPr>
          <a:xfrm>
            <a:off x="667333" y="2665067"/>
            <a:ext cx="6787500" cy="31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8"/>
          <p:cNvSpPr/>
          <p:nvPr>
            <p:ph idx="2" type="pic"/>
          </p:nvPr>
        </p:nvSpPr>
        <p:spPr>
          <a:xfrm>
            <a:off x="9309200" y="0"/>
            <a:ext cx="2882700" cy="6858000"/>
          </a:xfrm>
          <a:prstGeom prst="rect">
            <a:avLst/>
          </a:prstGeom>
        </p:spPr>
      </p:sp>
      <p:sp>
        <p:nvSpPr>
          <p:cNvPr id="758" name="Google Shape;758;p108"/>
          <p:cNvSpPr txBox="1"/>
          <p:nvPr>
            <p:ph type="title"/>
          </p:nvPr>
        </p:nvSpPr>
        <p:spPr>
          <a:xfrm>
            <a:off x="859633" y="649333"/>
            <a:ext cx="5524500" cy="116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59" name="Google Shape;759;p108"/>
          <p:cNvSpPr txBox="1"/>
          <p:nvPr>
            <p:ph idx="1" type="body"/>
          </p:nvPr>
        </p:nvSpPr>
        <p:spPr>
          <a:xfrm>
            <a:off x="859633" y="2570034"/>
            <a:ext cx="7600500" cy="33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9"/>
          <p:cNvSpPr txBox="1"/>
          <p:nvPr>
            <p:ph type="title"/>
          </p:nvPr>
        </p:nvSpPr>
        <p:spPr>
          <a:xfrm>
            <a:off x="6585700" y="485675"/>
            <a:ext cx="52380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65" name="Google Shape;765;p109"/>
          <p:cNvSpPr txBox="1"/>
          <p:nvPr>
            <p:ph idx="1" type="body"/>
          </p:nvPr>
        </p:nvSpPr>
        <p:spPr>
          <a:xfrm>
            <a:off x="6359350" y="2242225"/>
            <a:ext cx="54642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09"/>
          <p:cNvSpPr/>
          <p:nvPr>
            <p:ph idx="2" type="pic"/>
          </p:nvPr>
        </p:nvSpPr>
        <p:spPr>
          <a:xfrm>
            <a:off x="0" y="0"/>
            <a:ext cx="6057900" cy="6858000"/>
          </a:xfrm>
          <a:prstGeom prst="rect">
            <a:avLst/>
          </a:prstGeom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10"/>
          <p:cNvSpPr txBox="1"/>
          <p:nvPr>
            <p:ph type="title"/>
          </p:nvPr>
        </p:nvSpPr>
        <p:spPr>
          <a:xfrm>
            <a:off x="5512599" y="485675"/>
            <a:ext cx="61539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72" name="Google Shape;772;p110"/>
          <p:cNvSpPr txBox="1"/>
          <p:nvPr>
            <p:ph idx="1" type="body"/>
          </p:nvPr>
        </p:nvSpPr>
        <p:spPr>
          <a:xfrm>
            <a:off x="5512600" y="2053936"/>
            <a:ext cx="63111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10"/>
          <p:cNvSpPr/>
          <p:nvPr>
            <p:ph idx="2" type="pic"/>
          </p:nvPr>
        </p:nvSpPr>
        <p:spPr>
          <a:xfrm>
            <a:off x="0" y="0"/>
            <a:ext cx="5112300" cy="6858000"/>
          </a:xfrm>
          <a:prstGeom prst="rect">
            <a:avLst/>
          </a:prstGeom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11"/>
          <p:cNvSpPr/>
          <p:nvPr>
            <p:ph idx="2" type="pic"/>
          </p:nvPr>
        </p:nvSpPr>
        <p:spPr>
          <a:xfrm>
            <a:off x="0" y="0"/>
            <a:ext cx="4036800" cy="6858000"/>
          </a:xfrm>
          <a:prstGeom prst="rect">
            <a:avLst/>
          </a:prstGeom>
        </p:spPr>
      </p:sp>
      <p:sp>
        <p:nvSpPr>
          <p:cNvPr id="779" name="Google Shape;779;p111"/>
          <p:cNvSpPr txBox="1"/>
          <p:nvPr>
            <p:ph type="title"/>
          </p:nvPr>
        </p:nvSpPr>
        <p:spPr>
          <a:xfrm>
            <a:off x="4578620" y="663450"/>
            <a:ext cx="6991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80" name="Google Shape;780;p111"/>
          <p:cNvSpPr txBox="1"/>
          <p:nvPr>
            <p:ph idx="1" type="body"/>
          </p:nvPr>
        </p:nvSpPr>
        <p:spPr>
          <a:xfrm>
            <a:off x="4578633" y="2335100"/>
            <a:ext cx="67557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12"/>
          <p:cNvSpPr/>
          <p:nvPr>
            <p:ph idx="2" type="pic"/>
          </p:nvPr>
        </p:nvSpPr>
        <p:spPr>
          <a:xfrm>
            <a:off x="0" y="0"/>
            <a:ext cx="2870400" cy="6858000"/>
          </a:xfrm>
          <a:prstGeom prst="rect">
            <a:avLst/>
          </a:prstGeom>
        </p:spPr>
      </p:sp>
      <p:sp>
        <p:nvSpPr>
          <p:cNvPr id="786" name="Google Shape;786;p112"/>
          <p:cNvSpPr txBox="1"/>
          <p:nvPr>
            <p:ph type="title"/>
          </p:nvPr>
        </p:nvSpPr>
        <p:spPr>
          <a:xfrm>
            <a:off x="3455818" y="549275"/>
            <a:ext cx="77781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87" name="Google Shape;787;p112"/>
          <p:cNvSpPr txBox="1"/>
          <p:nvPr>
            <p:ph idx="1" type="body"/>
          </p:nvPr>
        </p:nvSpPr>
        <p:spPr>
          <a:xfrm>
            <a:off x="3539849" y="2147675"/>
            <a:ext cx="77439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13"/>
          <p:cNvSpPr txBox="1"/>
          <p:nvPr>
            <p:ph type="title"/>
          </p:nvPr>
        </p:nvSpPr>
        <p:spPr>
          <a:xfrm>
            <a:off x="458000" y="409475"/>
            <a:ext cx="50748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793" name="Google Shape;793;p113"/>
          <p:cNvSpPr txBox="1"/>
          <p:nvPr>
            <p:ph idx="1" type="body"/>
          </p:nvPr>
        </p:nvSpPr>
        <p:spPr>
          <a:xfrm>
            <a:off x="512075" y="2242225"/>
            <a:ext cx="5020800" cy="4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13"/>
          <p:cNvSpPr/>
          <p:nvPr>
            <p:ph idx="2" type="pic"/>
          </p:nvPr>
        </p:nvSpPr>
        <p:spPr>
          <a:xfrm>
            <a:off x="6035600" y="0"/>
            <a:ext cx="6156300" cy="6858000"/>
          </a:xfrm>
          <a:prstGeom prst="rect">
            <a:avLst/>
          </a:prstGeom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4"/>
          <p:cNvSpPr txBox="1"/>
          <p:nvPr>
            <p:ph type="title"/>
          </p:nvPr>
        </p:nvSpPr>
        <p:spPr>
          <a:xfrm>
            <a:off x="457999" y="409475"/>
            <a:ext cx="59994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800" name="Google Shape;800;p114"/>
          <p:cNvSpPr txBox="1"/>
          <p:nvPr>
            <p:ph idx="1" type="body"/>
          </p:nvPr>
        </p:nvSpPr>
        <p:spPr>
          <a:xfrm>
            <a:off x="458000" y="1935700"/>
            <a:ext cx="6311100" cy="36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14"/>
          <p:cNvSpPr/>
          <p:nvPr>
            <p:ph idx="2" type="pic"/>
          </p:nvPr>
        </p:nvSpPr>
        <p:spPr>
          <a:xfrm>
            <a:off x="7079600" y="0"/>
            <a:ext cx="5112300" cy="6858000"/>
          </a:xfrm>
          <a:prstGeom prst="rect">
            <a:avLst/>
          </a:prstGeom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15"/>
          <p:cNvSpPr/>
          <p:nvPr>
            <p:ph idx="2" type="pic"/>
          </p:nvPr>
        </p:nvSpPr>
        <p:spPr>
          <a:xfrm>
            <a:off x="8155200" y="0"/>
            <a:ext cx="4036800" cy="6858000"/>
          </a:xfrm>
          <a:prstGeom prst="rect">
            <a:avLst/>
          </a:prstGeom>
        </p:spPr>
      </p:sp>
      <p:sp>
        <p:nvSpPr>
          <p:cNvPr id="807" name="Google Shape;807;p115"/>
          <p:cNvSpPr txBox="1"/>
          <p:nvPr>
            <p:ph type="title"/>
          </p:nvPr>
        </p:nvSpPr>
        <p:spPr>
          <a:xfrm>
            <a:off x="686699" y="690775"/>
            <a:ext cx="67557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808" name="Google Shape;808;p115"/>
          <p:cNvSpPr txBox="1"/>
          <p:nvPr>
            <p:ph idx="1" type="body"/>
          </p:nvPr>
        </p:nvSpPr>
        <p:spPr>
          <a:xfrm>
            <a:off x="686700" y="2131425"/>
            <a:ext cx="6755700" cy="3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16"/>
          <p:cNvSpPr/>
          <p:nvPr>
            <p:ph idx="2" type="pic"/>
          </p:nvPr>
        </p:nvSpPr>
        <p:spPr>
          <a:xfrm>
            <a:off x="9321600" y="0"/>
            <a:ext cx="2870400" cy="6858000"/>
          </a:xfrm>
          <a:prstGeom prst="rect">
            <a:avLst/>
          </a:prstGeom>
        </p:spPr>
      </p:sp>
      <p:sp>
        <p:nvSpPr>
          <p:cNvPr id="814" name="Google Shape;814;p116"/>
          <p:cNvSpPr txBox="1"/>
          <p:nvPr>
            <p:ph type="title"/>
          </p:nvPr>
        </p:nvSpPr>
        <p:spPr>
          <a:xfrm>
            <a:off x="692454" y="472975"/>
            <a:ext cx="78381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du diapositive sur 1/2 lignes</a:t>
            </a:r>
            <a:endParaRPr/>
          </a:p>
        </p:txBody>
      </p:sp>
      <p:sp>
        <p:nvSpPr>
          <p:cNvPr id="815" name="Google Shape;815;p116"/>
          <p:cNvSpPr txBox="1"/>
          <p:nvPr>
            <p:ph idx="1" type="body"/>
          </p:nvPr>
        </p:nvSpPr>
        <p:spPr>
          <a:xfrm>
            <a:off x="728750" y="2042425"/>
            <a:ext cx="7765500" cy="37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70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Aenean lacinia bibendum nulla sed consectetur.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Sed posuere consectetur est at lobortis.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17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17"/>
          <p:cNvSpPr txBox="1"/>
          <p:nvPr>
            <p:ph type="title"/>
          </p:nvPr>
        </p:nvSpPr>
        <p:spPr>
          <a:xfrm>
            <a:off x="349600" y="2528325"/>
            <a:ext cx="43290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ou texte en évidence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18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18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ou texte en évidence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19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19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ou texte en évidence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20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20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ou texte en évidence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21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Titre ou texte en évidence</a:t>
            </a:r>
            <a:endParaRPr/>
          </a:p>
        </p:txBody>
      </p:sp>
      <p:sp>
        <p:nvSpPr>
          <p:cNvPr id="845" name="Google Shape;845;p121"/>
          <p:cNvSpPr txBox="1"/>
          <p:nvPr>
            <p:ph idx="1" type="body"/>
          </p:nvPr>
        </p:nvSpPr>
        <p:spPr>
          <a:xfrm>
            <a:off x="4878975" y="1204621"/>
            <a:ext cx="6787500" cy="44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6700" lvl="1" marL="266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Aenean lacinia bibendum nulla sed consectetur.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Sed posuere consectetur est at lobortis.</a:t>
            </a:r>
            <a:endParaRPr/>
          </a:p>
          <a:p>
            <a:pPr indent="-266700" lvl="1" marL="2667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Cras mattis consectetur purus sit amet fermentum.</a:t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22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entury Gothic"/>
              <a:buNone/>
            </a:pPr>
            <a:r>
              <a:rPr lang="en-US"/>
              <a:t>Titre du tableau </a:t>
            </a:r>
            <a:br>
              <a:rPr lang="en-US"/>
            </a:br>
            <a:r>
              <a:rPr lang="en-US"/>
              <a:t>sur deux ou </a:t>
            </a:r>
            <a:br>
              <a:rPr lang="en-US"/>
            </a:br>
            <a:r>
              <a:rPr lang="en-US"/>
              <a:t>trois lignes</a:t>
            </a:r>
            <a:endParaRPr/>
          </a:p>
        </p:txBody>
      </p:sp>
      <p:pic>
        <p:nvPicPr>
          <p:cNvPr id="851" name="Google Shape;851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0" y="1247300"/>
            <a:ext cx="5492700" cy="44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23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US"/>
              <a:t>Titre du tableau </a:t>
            </a:r>
            <a:br>
              <a:rPr lang="en-US"/>
            </a:br>
            <a:r>
              <a:rPr lang="en-US"/>
              <a:t>sur deux ou </a:t>
            </a:r>
            <a:br>
              <a:rPr lang="en-US"/>
            </a:br>
            <a:r>
              <a:rPr lang="en-US"/>
              <a:t>trois lignes</a:t>
            </a:r>
            <a:endParaRPr/>
          </a:p>
        </p:txBody>
      </p:sp>
      <p:pic>
        <p:nvPicPr>
          <p:cNvPr id="857" name="Google Shape;857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600" y="1244600"/>
            <a:ext cx="5492700" cy="44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IVADO">
      <a:dk1>
        <a:srgbClr val="000000"/>
      </a:dk1>
      <a:lt1>
        <a:srgbClr val="FFFFFF"/>
      </a:lt1>
      <a:dk2>
        <a:srgbClr val="222E69"/>
      </a:dk2>
      <a:lt2>
        <a:srgbClr val="E3F1F9"/>
      </a:lt2>
      <a:accent1>
        <a:srgbClr val="45B878"/>
      </a:accent1>
      <a:accent2>
        <a:srgbClr val="0071B9"/>
      </a:accent2>
      <a:accent3>
        <a:srgbClr val="40BEAD"/>
      </a:accent3>
      <a:accent4>
        <a:srgbClr val="606469"/>
      </a:accent4>
      <a:accent5>
        <a:srgbClr val="222E69"/>
      </a:accent5>
      <a:accent6>
        <a:srgbClr val="45B878"/>
      </a:accent6>
      <a:hlink>
        <a:srgbClr val="606469"/>
      </a:hlink>
      <a:folHlink>
        <a:srgbClr val="6064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